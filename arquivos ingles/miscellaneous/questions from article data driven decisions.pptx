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BA99E-8B04-93E9-CB8F-D54BCC69D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458FA9-21B7-C049-D669-AC2F74226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E24CFD-F26B-7B4A-AAD7-951DA25A1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188-368B-4E32-956C-441CCBF69E0D}" type="datetimeFigureOut">
              <a:rPr lang="pt-BR" smtClean="0"/>
              <a:t>10/04/2025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AB1C0D-D51A-8A0D-E01C-49B3E969F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714D47-96DB-749C-8C60-1933DA68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464A-3088-4F9E-AF28-C278827317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807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D564A-7F44-81A1-51F3-8E9DABAE1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46B6DF-6E58-922C-4DDB-D997382CA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A29CC1-FD7B-6E63-3484-9925320F4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188-368B-4E32-956C-441CCBF69E0D}" type="datetimeFigureOut">
              <a:rPr lang="pt-BR" smtClean="0"/>
              <a:t>10/04/2025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DC1DCF-936E-2511-A581-71C52D582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6F4F1-751B-C4F1-8A35-0A8D60BC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464A-3088-4F9E-AF28-C278827317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6057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B36D9-894B-5A02-4D43-E914E624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C6169C-A222-7021-C04F-116CEB814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5C69B1-30FB-7248-F966-24DDBDEDC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188-368B-4E32-956C-441CCBF69E0D}" type="datetimeFigureOut">
              <a:rPr lang="pt-BR" smtClean="0"/>
              <a:t>10/04/2025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75D436-6127-6440-B1FC-479436B21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4BADAE-74BB-20F8-2682-3E37419EA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464A-3088-4F9E-AF28-C278827317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1904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6109A0-2B66-485F-E65D-6F03394C9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1256A0-DBBC-7F5E-4B9F-B62001743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A863FD-59A0-EAB0-0741-8A363C5C3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69676F-9ABC-4782-3FD5-1819E8C35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188-368B-4E32-956C-441CCBF69E0D}" type="datetimeFigureOut">
              <a:rPr lang="pt-BR" smtClean="0"/>
              <a:t>10/04/2025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E7E6D1-C37F-B407-D26A-001FE5CC0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AB1BB1-627A-1676-244B-7D033F767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464A-3088-4F9E-AF28-C278827317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836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216C1-3791-B90D-CDF4-641639550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C7DC85-8618-81F0-463B-1F91584A5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0CA4A45-888D-253C-6B23-493C6D268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C88BAE7-5ED4-EBE1-F683-E1E1E457A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5FCD545-978C-F837-7563-05F9351EC5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5166F8F-D142-A476-39D8-7BACE6FEA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188-368B-4E32-956C-441CCBF69E0D}" type="datetimeFigureOut">
              <a:rPr lang="pt-BR" smtClean="0"/>
              <a:t>10/04/2025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08835FE-77E6-A1EA-C8FB-96D79925E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169382C-0108-A2AE-C3FE-5A8F52849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464A-3088-4F9E-AF28-C278827317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6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5E7D5-52CD-1B91-895E-A8B06B4E8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DCAC63B-59B8-5CFA-6942-3682DF052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188-368B-4E32-956C-441CCBF69E0D}" type="datetimeFigureOut">
              <a:rPr lang="pt-BR" smtClean="0"/>
              <a:t>10/04/2025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F20078-D3AE-5785-B36D-A3CFD2B5E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4FBBDED-9A4D-8409-98F9-132F0F5F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464A-3088-4F9E-AF28-C278827317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750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BBE7DB-7999-321E-334C-17050AC34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188-368B-4E32-956C-441CCBF69E0D}" type="datetimeFigureOut">
              <a:rPr lang="pt-BR" smtClean="0"/>
              <a:t>10/04/2025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C874590-CBF6-8C0B-0027-8B6FE3D0D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820039-A95B-186E-945F-25F947FA1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464A-3088-4F9E-AF28-C278827317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7705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722CC-E8F4-4A82-C709-99602A802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15D1B4-9A63-E850-BFFD-D0C492AB5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FD512B-E10F-BE6D-AD44-273AEEBA3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95940C-3BA7-3382-301F-30E6A9D9A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188-368B-4E32-956C-441CCBF69E0D}" type="datetimeFigureOut">
              <a:rPr lang="pt-BR" smtClean="0"/>
              <a:t>10/04/2025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8C558-75CD-FC04-4EBD-594B1F78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E8007B-B24F-BBC7-A33D-09FBDC004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464A-3088-4F9E-AF28-C278827317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793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9EFC3C-A62D-9545-48BD-A3AAD257F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5B902D8-A25D-C439-F80D-2F73A0CF99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DEC05F-9823-24A2-68AC-845EF1115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68C40B-4EEA-D985-EB22-2BEE19C5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188-368B-4E32-956C-441CCBF69E0D}" type="datetimeFigureOut">
              <a:rPr lang="pt-BR" smtClean="0"/>
              <a:t>10/04/2025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BDB3EF-EEC3-6F38-0609-6AFB88A0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62C7B7-6CEA-87DD-27AF-AC9CABFD8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464A-3088-4F9E-AF28-C278827317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3054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2A07B-D5AA-0AE9-9A5C-D3DE29F39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228FF2D-30AA-8874-320B-EAEC5E003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9F3923-920C-6ED9-7BA0-9820020B7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188-368B-4E32-956C-441CCBF69E0D}" type="datetimeFigureOut">
              <a:rPr lang="pt-BR" smtClean="0"/>
              <a:t>10/04/2025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D9B0B2-E1E6-EFDB-CCF6-EE30A72FC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BE6DBA-1CC1-CCD5-AB52-21C49518C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464A-3088-4F9E-AF28-C278827317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8497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29EA71-C9C6-7534-AC7A-C41B36B267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738650-EEC2-8A2C-3FE1-92B51CB67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4C3B6C-518F-2160-BD0A-80752A79E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F4188-368B-4E32-956C-441CCBF69E0D}" type="datetimeFigureOut">
              <a:rPr lang="pt-BR" smtClean="0"/>
              <a:t>10/04/2025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5BCB6F-8D0F-B4DD-AF64-DD336C901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17E0F3-503F-F117-2CBD-A3D57EFA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5464A-3088-4F9E-AF28-C278827317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85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8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A5D1614-3264-3EC4-9DE9-505B6CBF6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0BDAE9-759B-E5E8-8EE2-921E8867D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4CEAB6-2CE2-1B69-B40C-EED601057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4F4188-368B-4E32-956C-441CCBF69E0D}" type="datetimeFigureOut">
              <a:rPr lang="pt-BR" smtClean="0"/>
              <a:t>10/04/2025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19D49C-1897-BADE-90AA-C95D9533EB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92533D-3BCD-D0C7-92E2-A5C6AF4BD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45464A-3088-4F9E-AF28-C278827317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25CCAE8-DF74-DEAD-3D3B-DB0E7D87761F}"/>
              </a:ext>
            </a:extLst>
          </p:cNvPr>
          <p:cNvSpPr txBox="1"/>
          <p:nvPr/>
        </p:nvSpPr>
        <p:spPr>
          <a:xfrm>
            <a:off x="1415844" y="845574"/>
            <a:ext cx="8690841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b="1" dirty="0"/>
              <a:t>Data-driven decision making</a:t>
            </a:r>
          </a:p>
          <a:p>
            <a:endParaRPr lang="pt-PT" dirty="0"/>
          </a:p>
          <a:p>
            <a:pPr marL="342900" indent="-342900">
              <a:buAutoNum type="arabicPeriod"/>
            </a:pPr>
            <a:r>
              <a:rPr lang="pt-PT" dirty="0"/>
              <a:t>What is the difference between DDDM and traditional decision-making processes?</a:t>
            </a:r>
          </a:p>
          <a:p>
            <a:pPr marL="342900" indent="-342900">
              <a:buAutoNum type="arabicPeriod"/>
            </a:pPr>
            <a:endParaRPr lang="pt-PT" dirty="0"/>
          </a:p>
          <a:p>
            <a:pPr marL="342900" indent="-342900">
              <a:buAutoNum type="arabicPeriod"/>
            </a:pPr>
            <a:r>
              <a:rPr lang="pt-PT" dirty="0"/>
              <a:t>What does predictive analytics do in the retail industry?</a:t>
            </a:r>
          </a:p>
          <a:p>
            <a:pPr marL="342900" indent="-342900">
              <a:buAutoNum type="arabicPeriod"/>
            </a:pPr>
            <a:endParaRPr lang="pt-PT" dirty="0"/>
          </a:p>
          <a:p>
            <a:pPr marL="342900" indent="-342900">
              <a:buAutoNum type="arabicPeriod"/>
            </a:pPr>
            <a:r>
              <a:rPr lang="pt-PT" dirty="0"/>
              <a:t>What are the benefits of AI and DS in DDDM?</a:t>
            </a:r>
          </a:p>
          <a:p>
            <a:pPr marL="342900" indent="-342900">
              <a:buAutoNum type="arabicPeriod"/>
            </a:pPr>
            <a:endParaRPr lang="pt-PT" dirty="0"/>
          </a:p>
          <a:p>
            <a:pPr marL="342900" indent="-342900">
              <a:buAutoNum type="arabicPeriod"/>
            </a:pPr>
            <a:r>
              <a:rPr lang="pt-PT" dirty="0"/>
              <a:t>What are the main techniques in federated learning?</a:t>
            </a:r>
          </a:p>
          <a:p>
            <a:pPr marL="342900" indent="-342900">
              <a:buAutoNum type="arabicPeriod"/>
            </a:pPr>
            <a:endParaRPr lang="pt-PT" dirty="0"/>
          </a:p>
          <a:p>
            <a:pPr marL="342900" indent="-342900">
              <a:buAutoNum type="arabicPeriod"/>
            </a:pPr>
            <a:r>
              <a:rPr lang="pt-PT" dirty="0"/>
              <a:t>What can graph analytics do in recommendation systems?</a:t>
            </a:r>
          </a:p>
          <a:p>
            <a:pPr marL="342900" indent="-342900">
              <a:buAutoNum type="arabicPeriod"/>
            </a:pPr>
            <a:endParaRPr lang="pt-PT" dirty="0"/>
          </a:p>
          <a:p>
            <a:pPr marL="342900" indent="-342900">
              <a:buAutoNum type="arabicPeriod"/>
            </a:pPr>
            <a:r>
              <a:rPr lang="pt-PT" dirty="0"/>
              <a:t>What are Apache Kafka and Apache Flink?</a:t>
            </a:r>
          </a:p>
          <a:p>
            <a:pPr marL="342900" indent="-342900">
              <a:buAutoNum type="arabicPeriod"/>
            </a:pPr>
            <a:endParaRPr lang="pt-PT" dirty="0"/>
          </a:p>
          <a:p>
            <a:pPr marL="342900" indent="-342900">
              <a:buAutoNum type="arabicPeriod"/>
            </a:pPr>
            <a:r>
              <a:rPr lang="pt-PT" dirty="0"/>
              <a:t>How has recommendation system helped Netflix?</a:t>
            </a:r>
          </a:p>
          <a:p>
            <a:pPr marL="342900" indent="-342900">
              <a:buAutoNum type="arabicPeriod"/>
            </a:pPr>
            <a:endParaRPr lang="pt-PT" dirty="0"/>
          </a:p>
          <a:p>
            <a:pPr marL="342900" indent="-342900">
              <a:buAutoNum type="arabicPeriod"/>
            </a:pPr>
            <a:r>
              <a:rPr lang="pt-PT" dirty="0"/>
              <a:t>What are the ethical challenges mentioned in the article?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2675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E5FEEE-813E-BAF3-EE5D-3E8538E4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400" b="1" dirty="0"/>
              <a:t>AI in project</a:t>
            </a:r>
            <a:endParaRPr lang="pt-BR" sz="24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5028EC-1D47-3BE5-1DC6-BD644C58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322"/>
            <a:ext cx="10515600" cy="514544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PT" sz="1800" dirty="0"/>
              <a:t>1.What happened to project management with the birth of AI?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pt-PT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PT" sz="1800" dirty="0"/>
              <a:t>2. Where was project management used in the past?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pt-PT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PT" sz="1800" dirty="0"/>
              <a:t>3. What dos Agile have to do with project management?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pt-PT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PT" sz="1800" dirty="0"/>
              <a:t>4. How do AI project management platforms help project team members?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pt-PT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PT" sz="1800" dirty="0"/>
              <a:t>5. How can one surpass the challenges of AI in a project?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pt-PT" sz="1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PT" sz="1800" dirty="0"/>
              <a:t>6. What does the article mean by “bias and discrimination AI algorithms”?*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pt-PT" sz="1800" dirty="0"/>
          </a:p>
          <a:p>
            <a:pPr marL="0" indent="0">
              <a:buNone/>
            </a:pPr>
            <a:r>
              <a:rPr lang="pt-BR" sz="1800" dirty="0"/>
              <a:t>7. In 6.3, </a:t>
            </a:r>
            <a:r>
              <a:rPr lang="pt-BR" sz="1800" dirty="0" err="1"/>
              <a:t>what</a:t>
            </a:r>
            <a:r>
              <a:rPr lang="pt-BR" sz="1800" dirty="0"/>
              <a:t> does “</a:t>
            </a:r>
            <a:r>
              <a:rPr lang="pt-BR" sz="1800" dirty="0" err="1"/>
              <a:t>foster</a:t>
            </a:r>
            <a:r>
              <a:rPr lang="pt-BR" sz="1800" dirty="0"/>
              <a:t> a </a:t>
            </a:r>
            <a:r>
              <a:rPr lang="pt-BR" sz="1800" dirty="0" err="1"/>
              <a:t>culture</a:t>
            </a:r>
            <a:r>
              <a:rPr lang="pt-BR" sz="1800" dirty="0"/>
              <a:t> </a:t>
            </a:r>
            <a:r>
              <a:rPr lang="pt-BR" sz="1800" dirty="0" err="1"/>
              <a:t>of</a:t>
            </a:r>
            <a:r>
              <a:rPr lang="pt-BR" sz="1800" dirty="0"/>
              <a:t> </a:t>
            </a:r>
            <a:r>
              <a:rPr lang="pt-BR" sz="1800" dirty="0" err="1"/>
              <a:t>collaboration</a:t>
            </a:r>
            <a:r>
              <a:rPr lang="pt-BR" sz="1800" dirty="0"/>
              <a:t>” </a:t>
            </a:r>
            <a:r>
              <a:rPr lang="pt-BR" sz="1800" dirty="0" err="1"/>
              <a:t>mean</a:t>
            </a:r>
            <a:r>
              <a:rPr lang="pt-BR" sz="1800" dirty="0"/>
              <a:t>?*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8. </a:t>
            </a:r>
            <a:r>
              <a:rPr lang="pt-BR" sz="1800" dirty="0" err="1"/>
              <a:t>What</a:t>
            </a:r>
            <a:r>
              <a:rPr lang="pt-BR" sz="1800" dirty="0"/>
              <a:t> </a:t>
            </a:r>
            <a:r>
              <a:rPr lang="pt-BR" sz="1800" dirty="0" err="1"/>
              <a:t>could</a:t>
            </a:r>
            <a:r>
              <a:rPr lang="pt-BR" sz="1800" dirty="0"/>
              <a:t> </a:t>
            </a:r>
            <a:r>
              <a:rPr lang="pt-BR" sz="1800" dirty="0" err="1"/>
              <a:t>be</a:t>
            </a:r>
            <a:r>
              <a:rPr lang="pt-BR" sz="1800" dirty="0"/>
              <a:t> </a:t>
            </a:r>
            <a:r>
              <a:rPr lang="pt-BR" sz="1800" dirty="0" err="1"/>
              <a:t>the</a:t>
            </a:r>
            <a:r>
              <a:rPr lang="pt-BR" sz="1800" dirty="0"/>
              <a:t> </a:t>
            </a:r>
            <a:r>
              <a:rPr lang="pt-BR" sz="1800" dirty="0" err="1"/>
              <a:t>next</a:t>
            </a:r>
            <a:r>
              <a:rPr lang="pt-BR" sz="1800" dirty="0"/>
              <a:t> step </a:t>
            </a:r>
            <a:r>
              <a:rPr lang="pt-BR" sz="1800" dirty="0" err="1"/>
              <a:t>on</a:t>
            </a:r>
            <a:r>
              <a:rPr lang="pt-BR" sz="1800" dirty="0"/>
              <a:t> </a:t>
            </a:r>
            <a:r>
              <a:rPr lang="pt-BR" sz="1800" dirty="0" err="1"/>
              <a:t>the</a:t>
            </a:r>
            <a:r>
              <a:rPr lang="pt-BR" sz="1800" dirty="0"/>
              <a:t> </a:t>
            </a:r>
            <a:r>
              <a:rPr lang="pt-BR" sz="1800" dirty="0" err="1"/>
              <a:t>research</a:t>
            </a:r>
            <a:r>
              <a:rPr lang="pt-BR" sz="1800" dirty="0"/>
              <a:t>?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*</a:t>
            </a:r>
            <a:r>
              <a:rPr lang="pt-BR" sz="1800" dirty="0" err="1"/>
              <a:t>meaning</a:t>
            </a:r>
            <a:r>
              <a:rPr lang="pt-BR" sz="1800" dirty="0"/>
              <a:t> IS NOT </a:t>
            </a:r>
            <a:r>
              <a:rPr lang="pt-BR" sz="1800" dirty="0" err="1"/>
              <a:t>translating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361967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84D2946-E5D4-6C6A-E985-1C078B044A3A}"/>
              </a:ext>
            </a:extLst>
          </p:cNvPr>
          <p:cNvSpPr txBox="1"/>
          <p:nvPr/>
        </p:nvSpPr>
        <p:spPr>
          <a:xfrm>
            <a:off x="1111045" y="1032387"/>
            <a:ext cx="495610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Performance metrics</a:t>
            </a:r>
          </a:p>
          <a:p>
            <a:endParaRPr lang="pt-PT" dirty="0"/>
          </a:p>
          <a:p>
            <a:pPr marL="342900" indent="-342900">
              <a:buAutoNum type="arabicPeriod"/>
            </a:pPr>
            <a:r>
              <a:rPr lang="pt-PT" dirty="0"/>
              <a:t>What can an IDS do?</a:t>
            </a:r>
          </a:p>
          <a:p>
            <a:pPr marL="342900" indent="-342900">
              <a:buAutoNum type="arabicPeriod"/>
            </a:pPr>
            <a:endParaRPr lang="pt-PT" dirty="0"/>
          </a:p>
          <a:p>
            <a:pPr marL="342900" indent="-342900">
              <a:buAutoNum type="arabicPeriod"/>
            </a:pPr>
            <a:r>
              <a:rPr lang="pt-PT" dirty="0"/>
              <a:t>Explain Figure 1.</a:t>
            </a:r>
          </a:p>
          <a:p>
            <a:pPr marL="342900" indent="-342900">
              <a:buAutoNum type="arabicPeriod"/>
            </a:pPr>
            <a:endParaRPr lang="pt-PT" dirty="0"/>
          </a:p>
          <a:p>
            <a:pPr marL="342900" indent="-342900">
              <a:buAutoNum type="arabicPeriod"/>
            </a:pPr>
            <a:r>
              <a:rPr lang="pt-PT" dirty="0"/>
              <a:t>What is the dataset, according to the article?</a:t>
            </a:r>
          </a:p>
          <a:p>
            <a:pPr marL="342900" indent="-342900">
              <a:buAutoNum type="arabicPeriod"/>
            </a:pPr>
            <a:endParaRPr lang="pt-PT" dirty="0"/>
          </a:p>
          <a:p>
            <a:pPr marL="342900" indent="-342900">
              <a:buAutoNum type="arabicPeriod"/>
            </a:pPr>
            <a:r>
              <a:rPr lang="pt-PT" dirty="0"/>
              <a:t>What is a visual imagery?</a:t>
            </a:r>
          </a:p>
          <a:p>
            <a:pPr marL="342900" indent="-342900">
              <a:buAutoNum type="arabicPeriod"/>
            </a:pPr>
            <a:endParaRPr lang="pt-PT" dirty="0"/>
          </a:p>
          <a:p>
            <a:pPr marL="342900" indent="-342900">
              <a:buAutoNum type="arabicPeriod"/>
            </a:pPr>
            <a:r>
              <a:rPr lang="pt-PT" dirty="0"/>
              <a:t>Waht is Ransomware?</a:t>
            </a:r>
          </a:p>
          <a:p>
            <a:pPr marL="342900" indent="-342900">
              <a:buAutoNum type="arabicPeriod"/>
            </a:pPr>
            <a:endParaRPr lang="pt-PT" dirty="0"/>
          </a:p>
          <a:p>
            <a:pPr marL="342900" indent="-342900">
              <a:buAutoNum type="arabicPeriod"/>
            </a:pPr>
            <a:r>
              <a:rPr lang="pt-PT" dirty="0"/>
              <a:t>Explain the pie chart on page 4.</a:t>
            </a:r>
          </a:p>
          <a:p>
            <a:pPr marL="342900" indent="-342900">
              <a:buAutoNum type="arabicPeriod"/>
            </a:pPr>
            <a:endParaRPr lang="pt-PT" dirty="0"/>
          </a:p>
          <a:p>
            <a:pPr marL="342900" indent="-342900">
              <a:buAutoNum type="arabicPeriod"/>
            </a:pPr>
            <a:r>
              <a:rPr lang="pt-PT" dirty="0"/>
              <a:t>What is the objective of regulation methods?</a:t>
            </a:r>
          </a:p>
          <a:p>
            <a:pPr marL="342900" indent="-342900">
              <a:buAutoNum type="arabicPeriod"/>
            </a:pPr>
            <a:endParaRPr lang="pt-PT" dirty="0"/>
          </a:p>
          <a:p>
            <a:pPr marL="342900" indent="-342900">
              <a:buAutoNum type="arabicPeriod"/>
            </a:pPr>
            <a:r>
              <a:rPr lang="pt-PT" dirty="0"/>
              <a:t>What should a good model have?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6771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247</Words>
  <Application>Microsoft Office PowerPoint</Application>
  <PresentationFormat>Widescreen</PresentationFormat>
  <Paragraphs>52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AI in project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CYBELLE CROCE ROCHA CRANE</dc:creator>
  <cp:lastModifiedBy>CYBELLE CROCE ROCHA CRANE</cp:lastModifiedBy>
  <cp:revision>1</cp:revision>
  <dcterms:created xsi:type="dcterms:W3CDTF">2025-04-10T09:08:07Z</dcterms:created>
  <dcterms:modified xsi:type="dcterms:W3CDTF">2025-04-10T09:21:44Z</dcterms:modified>
</cp:coreProperties>
</file>