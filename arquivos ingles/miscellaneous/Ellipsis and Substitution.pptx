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783DF-0184-1586-E304-EB13D10F1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55300A-BD48-36ED-E0CB-D80901CAB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695426-FEC2-FAC7-DA33-67F33796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C2E0D8-2DC7-6A5C-E5C4-2B622D0C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40DCD4-2B5C-9A18-42DB-3579C453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082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8144C-B6B3-B43F-4235-26303637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D4B1C4-44FA-ECB2-220D-A1505944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661D61-4C16-2776-3CB8-FEC0BC925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63318A-0FD6-1902-9E17-BE70233E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F63C2E-E0F1-F91B-826D-CD11B83A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13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522DA-D8CF-E125-44A5-BC95E6F9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681B64-D051-6256-D484-0E130C4DF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E6E70C-4794-0DB0-AFFC-01775F19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EB7CC6-81C3-4C79-A399-B7AC9C53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AD6075-BC64-7BA7-B1A6-BF9BB277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1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8CF30-3AEE-ABF1-8E59-E5F82AF4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1343FF-86AA-7637-B104-42BF35B51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612FE4-4E62-40E1-D55D-47E92A3C9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AE937A-B38D-E8C3-940D-3BF52E11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B02B0E-A8C3-E739-71CC-17ED35BB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D0960E-B0C0-7CCF-1307-618E11EBA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89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9E24B-4247-297B-1624-CE93010A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5026B7-9656-A290-65A4-3FDA39E2D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51F37F-9532-FD5B-ABCB-BE3303C8F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CFE7B6-D26D-5813-C0D0-F836040A8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1E1297-5463-0C18-99B5-98E381502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9FD3DC-2178-4142-6CAF-F5E796D0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8B566B-969D-FF7D-9650-46A30774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EFEBB87-42CB-496D-6D86-17BA12AA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55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C4667-7D70-04AC-3538-2B8D3645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49609A3-5631-0108-09D4-12CFE408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8A264AA-E9BD-01D6-98D7-3304F477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268442-851F-DC12-8F41-FE2A6D8A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33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7EDDF1-D1DB-EA72-1306-7D534E13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2C9831-5E65-2C59-36C6-DA6DDBB5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82433E-7FCC-6B6C-0CDA-0D432951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54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107A6-36A3-C2F4-B0EB-487B3AA1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E1ED14-3187-41B8-0ED6-BF937C5C7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A5BA35-23B1-E9E7-4E9F-2E27F00FA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7970A2-F354-9FCF-49FD-5E490324C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1BCD9E-18DC-1601-B94C-F72C4B6C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9C4B19-4F68-E18E-9C98-F9015F6B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62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08016-CD07-8F76-4436-0934EE78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15F4DC-5B31-282C-4B50-D5E50134A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24B9ED-AD9F-7165-D681-B3149A174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3809B3-ED2F-EC7F-E5E0-8ABE9160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8FBF93-EFD8-533D-4FA8-290AF815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F7FFD7-3608-2F91-43C9-55AA1325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E6196-4DFB-31F1-E6A4-6D1862F4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507B2E-8C0C-7622-6C28-31B4BADD6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26E813-A1B8-66FB-DEF9-C440EB2D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31E630-0915-FDD2-0931-4BD652E4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10A22E-4903-CED3-EFC2-5CCA3647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454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F85294-C583-8EF4-585C-0AE84FD33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FB930A-C8CE-426B-FA42-4698B7CD2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B2F85D-33A6-7F90-700E-F0C4E649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66DF6-A756-E792-1CB8-9C37E37C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2B9BEE-1075-B843-E1BE-27572E64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57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C1AA396-438F-9598-14D8-E1811CA7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9CB0E6-CFB5-5FA8-87A7-2EE3FBC08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7C4660-A536-E7C2-8AA5-60492CFE2E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5BDD4-8022-47BC-940F-1A1159B19058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7DCF05-5492-8E38-DF43-CAE286B4C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40DDE-D58C-5CA2-F45F-62D77F780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F2F12-164C-4D29-930B-8CA9E26C92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03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17BE0-AE46-DE45-42AF-E332BC34D8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Ellipsis and Substitution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B1499B-8CE0-9F5A-BAA8-E43F2587BB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147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C2C5B4-4E7A-8486-88BD-B1707FD72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478605"/>
            <a:ext cx="11218606" cy="6472801"/>
          </a:xfrm>
        </p:spPr>
        <p:txBody>
          <a:bodyPr>
            <a:normAutofit fontScale="32500" lnSpcReduction="20000"/>
          </a:bodyPr>
          <a:lstStyle/>
          <a:p>
            <a:pPr algn="l">
              <a:buNone/>
            </a:pPr>
            <a:r>
              <a:rPr lang="en-US" sz="7400" b="1" i="0" dirty="0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Examples of Ellipsis:</a:t>
            </a:r>
          </a:p>
          <a:p>
            <a:pPr marL="0" indent="0">
              <a:buNone/>
            </a:pPr>
            <a:endParaRPr lang="en-US" sz="6500" b="1" i="0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I'm going to eat the spicy food but do you think you should </a:t>
            </a:r>
            <a:r>
              <a:rPr lang="en-US" sz="6500" b="0" i="0" strike="sngStrike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eat the spicy food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?</a:t>
            </a: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65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They were going to have a big wedding but they've decided not to </a:t>
            </a:r>
            <a:r>
              <a:rPr lang="en-US" sz="6500" b="0" i="0" strike="sngStrike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have a big wedding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.</a:t>
            </a: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65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I went shopping in the morning and </a:t>
            </a:r>
            <a:r>
              <a:rPr lang="en-US" sz="6500" b="0" i="0" strike="sngStrike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I went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to the doctors in the afternoon.</a:t>
            </a: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65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6500" b="1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A: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Could you come and see me? </a:t>
            </a:r>
            <a:r>
              <a:rPr lang="en-US" sz="6500" b="1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B: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</a:t>
            </a:r>
            <a:r>
              <a:rPr lang="en-US" sz="6500" b="0" i="0" strike="sngStrike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I could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Maybe </a:t>
            </a:r>
            <a:r>
              <a:rPr lang="en-US" sz="6500" b="0" i="0" strike="sngStrike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come and see you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.</a:t>
            </a: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65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6500" b="0" i="0" strike="sngStrike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Are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You doing ok?</a:t>
            </a: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65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While </a:t>
            </a:r>
            <a:r>
              <a:rPr lang="en-US" sz="6500" b="0" i="0" strike="sngStrike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you are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running you should listen to music.</a:t>
            </a: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65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The man </a:t>
            </a:r>
            <a:r>
              <a:rPr lang="en-US" sz="6500" b="0" i="0" strike="sngStrike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who is</a:t>
            </a:r>
            <a:r>
              <a:rPr lang="en-US" sz="65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wearing the suit is the MP for Greenwich. </a:t>
            </a:r>
          </a:p>
          <a:p>
            <a:pPr>
              <a:buNone/>
            </a:pPr>
            <a:br>
              <a:rPr lang="en-US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410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8E76E-8DAA-A79F-14A7-0131FD452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832567"/>
            <a:ext cx="10685206" cy="5312594"/>
          </a:xfrm>
        </p:spPr>
        <p:txBody>
          <a:bodyPr>
            <a:normAutofit fontScale="47500" lnSpcReduction="20000"/>
          </a:bodyPr>
          <a:lstStyle/>
          <a:p>
            <a:pPr algn="l">
              <a:buNone/>
            </a:pPr>
            <a:r>
              <a:rPr lang="en-US" sz="5100" b="1" i="0" dirty="0">
                <a:solidFill>
                  <a:srgbClr val="000000"/>
                </a:solidFill>
                <a:effectLst/>
                <a:latin typeface="Abadi" panose="020B0604020104020204" pitchFamily="34" charset="0"/>
              </a:rPr>
              <a:t>Examples of Substitution:</a:t>
            </a:r>
          </a:p>
          <a:p>
            <a:pPr marL="0" indent="0" algn="l">
              <a:buNone/>
            </a:pPr>
            <a:endParaRPr lang="en-US" b="1" i="0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A new </a:t>
            </a:r>
            <a:r>
              <a:rPr lang="en-US" sz="4400" b="0" i="0" u="sng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theme park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has opened near me, but I've never been </a:t>
            </a:r>
            <a:r>
              <a:rPr lang="en-US" sz="4400" b="0" i="0" dirty="0">
                <a:solidFill>
                  <a:srgbClr val="E61515"/>
                </a:solidFill>
                <a:effectLst/>
                <a:latin typeface="Abadi" panose="020B0604020104020204" pitchFamily="34" charset="0"/>
              </a:rPr>
              <a:t>there</a:t>
            </a:r>
            <a:b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44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I really loved your </a:t>
            </a:r>
            <a:r>
              <a:rPr lang="en-US" sz="4400" b="0" i="0" u="sng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biscuits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. Can I have another </a:t>
            </a:r>
            <a:r>
              <a:rPr lang="en-US" sz="4400" b="0" i="0" dirty="0">
                <a:solidFill>
                  <a:srgbClr val="E61919"/>
                </a:solidFill>
                <a:effectLst/>
                <a:latin typeface="Abadi" panose="020B0604020104020204" pitchFamily="34" charset="0"/>
              </a:rPr>
              <a:t>one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? </a:t>
            </a:r>
            <a:b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44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I don't think you should </a:t>
            </a:r>
            <a:r>
              <a:rPr lang="en-US" sz="4400" b="0" i="0" u="sng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go to meet her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but </a:t>
            </a:r>
            <a:r>
              <a:rPr lang="en-US" sz="4400" b="0" i="0" dirty="0">
                <a:solidFill>
                  <a:srgbClr val="EB1515"/>
                </a:solidFill>
                <a:effectLst/>
                <a:latin typeface="Abadi" panose="020B0604020104020204" pitchFamily="34" charset="0"/>
              </a:rPr>
              <a:t>that 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is your decision </a:t>
            </a:r>
            <a:b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44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He's sure </a:t>
            </a:r>
            <a:r>
              <a:rPr lang="en-US" sz="4400" b="0" i="0" u="sng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he'll pass the exam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, but I don't think </a:t>
            </a:r>
            <a:r>
              <a:rPr lang="en-US" sz="4400" b="0" i="0" dirty="0">
                <a:solidFill>
                  <a:srgbClr val="EB1E1E"/>
                </a:solidFill>
                <a:effectLst/>
                <a:latin typeface="Abadi" panose="020B0604020104020204" pitchFamily="34" charset="0"/>
              </a:rPr>
              <a:t>so</a:t>
            </a:r>
            <a:b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44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I'm sure you'll </a:t>
            </a:r>
            <a:r>
              <a:rPr lang="en-US" sz="4400" b="0" i="0" u="sng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finish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before I </a:t>
            </a:r>
            <a:r>
              <a:rPr lang="en-US" sz="4400" b="0" i="0" dirty="0">
                <a:solidFill>
                  <a:srgbClr val="E61515"/>
                </a:solidFill>
                <a:effectLst/>
                <a:latin typeface="Abadi" panose="020B0604020104020204" pitchFamily="34" charset="0"/>
              </a:rPr>
              <a:t>do</a:t>
            </a:r>
            <a: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</a:t>
            </a:r>
            <a:b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br>
              <a:rPr lang="en-US" sz="4400" b="0" i="1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</a:br>
            <a:endParaRPr lang="en-US" sz="4400" b="0" i="0" dirty="0">
              <a:solidFill>
                <a:srgbClr val="444444"/>
              </a:solidFill>
              <a:effectLst/>
              <a:latin typeface="Abadi" panose="020B0604020104020204" pitchFamily="34" charset="0"/>
            </a:endParaRPr>
          </a:p>
          <a:p>
            <a:pPr marL="0" indent="0" algn="l">
              <a:buNone/>
            </a:pP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He'll go </a:t>
            </a:r>
            <a:r>
              <a:rPr lang="en-US" sz="4400" b="0" i="0" u="sng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next month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. I think I'll go </a:t>
            </a:r>
            <a:r>
              <a:rPr lang="en-US" sz="4400" b="0" i="0" dirty="0">
                <a:solidFill>
                  <a:srgbClr val="E31919"/>
                </a:solidFill>
                <a:effectLst/>
                <a:latin typeface="Abadi" panose="020B0604020104020204" pitchFamily="34" charset="0"/>
              </a:rPr>
              <a:t>then</a:t>
            </a:r>
            <a:r>
              <a:rPr lang="en-US" sz="4400" b="0" i="0" dirty="0">
                <a:solidFill>
                  <a:srgbClr val="444444"/>
                </a:solidFill>
                <a:effectLst/>
                <a:latin typeface="Abadi" panose="020B0604020104020204" pitchFamily="34" charset="0"/>
              </a:rPr>
              <a:t> too. 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781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64EB6A8-7286-1F49-5EAD-D07CF785ADD9}"/>
              </a:ext>
            </a:extLst>
          </p:cNvPr>
          <p:cNvSpPr txBox="1"/>
          <p:nvPr/>
        </p:nvSpPr>
        <p:spPr>
          <a:xfrm>
            <a:off x="309716" y="797510"/>
            <a:ext cx="115725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/>
              <a:t>Substitute</a:t>
            </a:r>
            <a:r>
              <a:rPr lang="pt-BR" sz="2400" b="1" dirty="0"/>
              <a:t> </a:t>
            </a:r>
            <a:r>
              <a:rPr lang="pt-BR" sz="2400" b="1" dirty="0" err="1"/>
              <a:t>the</a:t>
            </a:r>
            <a:r>
              <a:rPr lang="pt-BR" sz="2400" b="1" dirty="0"/>
              <a:t> </a:t>
            </a:r>
            <a:r>
              <a:rPr lang="pt-BR" sz="2400" b="1" dirty="0" err="1"/>
              <a:t>underlined</a:t>
            </a:r>
            <a:r>
              <a:rPr lang="pt-BR" sz="2400" b="1" dirty="0"/>
              <a:t> words. </a:t>
            </a:r>
          </a:p>
          <a:p>
            <a:endParaRPr lang="pt-BR" sz="2400" dirty="0"/>
          </a:p>
          <a:p>
            <a:pPr marL="342900" indent="-342900">
              <a:buAutoNum type="arabicPeriod"/>
            </a:pPr>
            <a:r>
              <a:rPr lang="pt-BR" sz="2400" dirty="0" err="1"/>
              <a:t>My</a:t>
            </a:r>
            <a:r>
              <a:rPr lang="pt-BR" sz="2400" dirty="0"/>
              <a:t> </a:t>
            </a:r>
            <a:r>
              <a:rPr lang="pt-BR" sz="2400" dirty="0" err="1"/>
              <a:t>parents</a:t>
            </a:r>
            <a:r>
              <a:rPr lang="pt-BR" sz="2400" dirty="0"/>
              <a:t> </a:t>
            </a:r>
            <a:r>
              <a:rPr lang="pt-BR" sz="2400" dirty="0" err="1"/>
              <a:t>think</a:t>
            </a:r>
            <a:r>
              <a:rPr lang="pt-BR" sz="2400" dirty="0"/>
              <a:t> </a:t>
            </a:r>
            <a:r>
              <a:rPr lang="pt-BR" sz="2400" dirty="0" err="1"/>
              <a:t>that</a:t>
            </a:r>
            <a:r>
              <a:rPr lang="pt-BR" sz="2400" dirty="0"/>
              <a:t> </a:t>
            </a:r>
            <a:r>
              <a:rPr lang="pt-BR" sz="2400" dirty="0" err="1"/>
              <a:t>saving</a:t>
            </a:r>
            <a:r>
              <a:rPr lang="pt-BR" sz="2400" dirty="0"/>
              <a:t> </a:t>
            </a:r>
            <a:r>
              <a:rPr lang="pt-BR" sz="2400" dirty="0" err="1"/>
              <a:t>money</a:t>
            </a:r>
            <a:r>
              <a:rPr lang="pt-BR" sz="2400" dirty="0"/>
              <a:t> </a:t>
            </a:r>
            <a:r>
              <a:rPr lang="pt-BR" sz="2400" dirty="0" err="1"/>
              <a:t>is</a:t>
            </a:r>
            <a:r>
              <a:rPr lang="pt-BR" sz="2400" dirty="0"/>
              <a:t> </a:t>
            </a:r>
            <a:r>
              <a:rPr lang="pt-BR" sz="2400" dirty="0" err="1"/>
              <a:t>important</a:t>
            </a:r>
            <a:r>
              <a:rPr lang="pt-BR" sz="2400" dirty="0"/>
              <a:t>. </a:t>
            </a:r>
            <a:r>
              <a:rPr lang="pt-BR" sz="2400" u="sng" dirty="0"/>
              <a:t>I </a:t>
            </a:r>
            <a:r>
              <a:rPr lang="pt-BR" sz="2400" u="sng" dirty="0" err="1"/>
              <a:t>think</a:t>
            </a:r>
            <a:r>
              <a:rPr lang="pt-BR" sz="2400" u="sng" dirty="0"/>
              <a:t> </a:t>
            </a:r>
            <a:r>
              <a:rPr lang="pt-BR" sz="2400" u="sng" dirty="0" err="1"/>
              <a:t>saving</a:t>
            </a:r>
            <a:r>
              <a:rPr lang="pt-BR" sz="2400" u="sng" dirty="0"/>
              <a:t> </a:t>
            </a:r>
            <a:r>
              <a:rPr lang="pt-BR" sz="2400" u="sng" dirty="0" err="1"/>
              <a:t>money</a:t>
            </a:r>
            <a:r>
              <a:rPr lang="pt-BR" sz="2400" u="sng" dirty="0"/>
              <a:t> </a:t>
            </a:r>
            <a:r>
              <a:rPr lang="pt-BR" sz="2400" u="sng" dirty="0" err="1"/>
              <a:t>is</a:t>
            </a:r>
            <a:r>
              <a:rPr lang="pt-BR" sz="2400" u="sng" dirty="0"/>
              <a:t> </a:t>
            </a:r>
            <a:r>
              <a:rPr lang="pt-BR" sz="2400" u="sng" dirty="0" err="1"/>
              <a:t>important</a:t>
            </a:r>
            <a:r>
              <a:rPr lang="pt-BR" sz="2400" dirty="0"/>
              <a:t>. </a:t>
            </a:r>
          </a:p>
          <a:p>
            <a:r>
              <a:rPr lang="pt-BR" sz="2400" dirty="0"/>
              <a:t>2. </a:t>
            </a:r>
            <a:r>
              <a:rPr lang="pt-BR" sz="2400" dirty="0" err="1"/>
              <a:t>Although</a:t>
            </a:r>
            <a:r>
              <a:rPr lang="pt-BR" sz="2400" dirty="0"/>
              <a:t> </a:t>
            </a:r>
            <a:r>
              <a:rPr lang="pt-BR" sz="2400" dirty="0" err="1"/>
              <a:t>she</a:t>
            </a:r>
            <a:r>
              <a:rPr lang="pt-BR" sz="2400" dirty="0"/>
              <a:t> </a:t>
            </a:r>
            <a:r>
              <a:rPr lang="pt-BR" sz="2400" dirty="0" err="1"/>
              <a:t>was</a:t>
            </a:r>
            <a:r>
              <a:rPr lang="pt-BR" sz="2400" dirty="0"/>
              <a:t> </a:t>
            </a:r>
            <a:r>
              <a:rPr lang="pt-BR" sz="2400" dirty="0" err="1"/>
              <a:t>curious</a:t>
            </a:r>
            <a:r>
              <a:rPr lang="pt-BR" sz="2400" dirty="0"/>
              <a:t> </a:t>
            </a:r>
            <a:r>
              <a:rPr lang="pt-BR" sz="2400" dirty="0" err="1"/>
              <a:t>about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news</a:t>
            </a:r>
            <a:r>
              <a:rPr lang="pt-BR" sz="2400" dirty="0"/>
              <a:t>, </a:t>
            </a:r>
            <a:r>
              <a:rPr lang="pt-BR" sz="2400" dirty="0" err="1"/>
              <a:t>she</a:t>
            </a:r>
            <a:r>
              <a:rPr lang="pt-BR" sz="2400" dirty="0"/>
              <a:t> </a:t>
            </a:r>
            <a:r>
              <a:rPr lang="pt-BR" sz="2400" dirty="0" err="1"/>
              <a:t>didn’t</a:t>
            </a:r>
            <a:r>
              <a:rPr lang="pt-BR" sz="2400" dirty="0"/>
              <a:t> </a:t>
            </a:r>
            <a:r>
              <a:rPr lang="pt-BR" sz="2400" dirty="0" err="1"/>
              <a:t>want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hear</a:t>
            </a:r>
            <a:r>
              <a:rPr lang="pt-BR" sz="2400" dirty="0"/>
              <a:t> </a:t>
            </a:r>
            <a:r>
              <a:rPr lang="pt-BR" sz="2400" u="sng" dirty="0" err="1"/>
              <a:t>the</a:t>
            </a:r>
            <a:r>
              <a:rPr lang="pt-BR" sz="2400" u="sng" dirty="0"/>
              <a:t> </a:t>
            </a:r>
            <a:r>
              <a:rPr lang="pt-BR" sz="2400" u="sng" dirty="0" err="1"/>
              <a:t>news</a:t>
            </a:r>
            <a:r>
              <a:rPr lang="pt-BR" sz="2400" dirty="0"/>
              <a:t>. </a:t>
            </a:r>
          </a:p>
          <a:p>
            <a:r>
              <a:rPr lang="pt-BR" sz="2400" dirty="0"/>
              <a:t>3. His </a:t>
            </a:r>
            <a:r>
              <a:rPr lang="pt-BR" sz="2400" dirty="0" err="1"/>
              <a:t>wounds</a:t>
            </a:r>
            <a:r>
              <a:rPr lang="pt-BR" sz="2400" dirty="0"/>
              <a:t> are more </a:t>
            </a:r>
            <a:r>
              <a:rPr lang="pt-BR" sz="2400" dirty="0" err="1"/>
              <a:t>serious</a:t>
            </a:r>
            <a:r>
              <a:rPr lang="pt-BR" sz="2400" dirty="0"/>
              <a:t> </a:t>
            </a:r>
            <a:r>
              <a:rPr lang="pt-BR" sz="2400" dirty="0" err="1"/>
              <a:t>than</a:t>
            </a:r>
            <a:r>
              <a:rPr lang="pt-BR" sz="2400" dirty="0"/>
              <a:t> </a:t>
            </a:r>
            <a:r>
              <a:rPr lang="pt-BR" sz="2400" u="sng" dirty="0" err="1"/>
              <a:t>the</a:t>
            </a:r>
            <a:r>
              <a:rPr lang="pt-BR" sz="2400" u="sng" dirty="0"/>
              <a:t> </a:t>
            </a:r>
            <a:r>
              <a:rPr lang="pt-BR" sz="2400" u="sng" dirty="0" err="1"/>
              <a:t>wounds</a:t>
            </a:r>
            <a:r>
              <a:rPr lang="pt-BR" sz="2400" u="sng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that</a:t>
            </a:r>
            <a:r>
              <a:rPr lang="pt-BR" sz="2400" dirty="0"/>
              <a:t> man. </a:t>
            </a:r>
          </a:p>
          <a:p>
            <a:r>
              <a:rPr lang="pt-BR" sz="2400" dirty="0"/>
              <a:t>4. Even </a:t>
            </a:r>
            <a:r>
              <a:rPr lang="pt-BR" sz="2400" dirty="0" err="1"/>
              <a:t>though</a:t>
            </a:r>
            <a:r>
              <a:rPr lang="pt-BR" sz="2400" dirty="0"/>
              <a:t> I </a:t>
            </a:r>
            <a:r>
              <a:rPr lang="pt-BR" sz="2400" dirty="0" err="1"/>
              <a:t>forbade</a:t>
            </a:r>
            <a:r>
              <a:rPr lang="pt-BR" sz="2400" dirty="0"/>
              <a:t> </a:t>
            </a:r>
            <a:r>
              <a:rPr lang="pt-BR" sz="2400" dirty="0" err="1"/>
              <a:t>him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come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party</a:t>
            </a:r>
            <a:r>
              <a:rPr lang="pt-BR" sz="2400" dirty="0"/>
              <a:t>, </a:t>
            </a:r>
            <a:r>
              <a:rPr lang="pt-BR" sz="2400" dirty="0" err="1"/>
              <a:t>he</a:t>
            </a:r>
            <a:r>
              <a:rPr lang="pt-BR" sz="2400" dirty="0"/>
              <a:t> still </a:t>
            </a:r>
            <a:r>
              <a:rPr lang="pt-BR" sz="2400" u="sng" dirty="0"/>
              <a:t>came </a:t>
            </a:r>
            <a:r>
              <a:rPr lang="pt-BR" sz="2400" u="sng" dirty="0" err="1"/>
              <a:t>to</a:t>
            </a:r>
            <a:r>
              <a:rPr lang="pt-BR" sz="2400" u="sng" dirty="0"/>
              <a:t> </a:t>
            </a:r>
            <a:r>
              <a:rPr lang="pt-BR" sz="2400" u="sng" dirty="0" err="1"/>
              <a:t>the</a:t>
            </a:r>
            <a:r>
              <a:rPr lang="pt-BR" sz="2400" u="sng" dirty="0"/>
              <a:t> </a:t>
            </a:r>
            <a:r>
              <a:rPr lang="pt-BR" sz="2400" u="sng" dirty="0" err="1"/>
              <a:t>party</a:t>
            </a:r>
            <a:r>
              <a:rPr lang="pt-BR" sz="2400" dirty="0"/>
              <a:t>. </a:t>
            </a:r>
          </a:p>
          <a:p>
            <a:r>
              <a:rPr lang="pt-BR" sz="2400" dirty="0"/>
              <a:t>5. Look </a:t>
            </a:r>
            <a:r>
              <a:rPr lang="pt-BR" sz="2400" dirty="0" err="1"/>
              <a:t>at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black clouds. </a:t>
            </a:r>
            <a:r>
              <a:rPr lang="pt-BR" sz="2400" u="sng" dirty="0"/>
              <a:t>The black clouds </a:t>
            </a:r>
            <a:r>
              <a:rPr lang="pt-BR" sz="2400" dirty="0"/>
              <a:t>look </a:t>
            </a:r>
            <a:r>
              <a:rPr lang="pt-BR" sz="2400" dirty="0" err="1"/>
              <a:t>scary</a:t>
            </a:r>
            <a:r>
              <a:rPr lang="pt-BR" sz="2400" dirty="0"/>
              <a:t>, </a:t>
            </a:r>
            <a:r>
              <a:rPr lang="pt-BR" sz="2400" dirty="0" err="1"/>
              <a:t>don’t</a:t>
            </a:r>
            <a:r>
              <a:rPr lang="pt-BR" sz="2400" dirty="0"/>
              <a:t> </a:t>
            </a:r>
            <a:r>
              <a:rPr lang="pt-BR" sz="2400" dirty="0" err="1"/>
              <a:t>they</a:t>
            </a:r>
            <a:r>
              <a:rPr lang="pt-BR" sz="2400" dirty="0"/>
              <a:t>? </a:t>
            </a:r>
          </a:p>
          <a:p>
            <a:r>
              <a:rPr lang="pt-BR" sz="2400" dirty="0"/>
              <a:t>6. James: “</a:t>
            </a:r>
            <a:r>
              <a:rPr lang="pt-BR" sz="2400" dirty="0" err="1"/>
              <a:t>Our</a:t>
            </a:r>
            <a:r>
              <a:rPr lang="pt-BR" sz="2400" dirty="0"/>
              <a:t> </a:t>
            </a:r>
            <a:r>
              <a:rPr lang="pt-BR" sz="2400" dirty="0" err="1"/>
              <a:t>school</a:t>
            </a:r>
            <a:r>
              <a:rPr lang="pt-BR" sz="2400" dirty="0"/>
              <a:t> </a:t>
            </a:r>
            <a:r>
              <a:rPr lang="pt-BR" sz="2400" dirty="0" err="1"/>
              <a:t>will</a:t>
            </a:r>
            <a:r>
              <a:rPr lang="pt-BR" sz="2400" dirty="0"/>
              <a:t> </a:t>
            </a:r>
            <a:r>
              <a:rPr lang="pt-BR" sz="2400" dirty="0" err="1"/>
              <a:t>win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coming</a:t>
            </a:r>
            <a:r>
              <a:rPr lang="pt-BR" sz="2400" dirty="0"/>
              <a:t> match.” Tony   : “I </a:t>
            </a:r>
            <a:r>
              <a:rPr lang="pt-BR" sz="2400" dirty="0" err="1"/>
              <a:t>don’t</a:t>
            </a:r>
            <a:r>
              <a:rPr lang="pt-BR" sz="2400" dirty="0"/>
              <a:t> </a:t>
            </a:r>
            <a:r>
              <a:rPr lang="pt-BR" sz="2400" dirty="0" err="1"/>
              <a:t>suppose</a:t>
            </a:r>
            <a:r>
              <a:rPr lang="pt-BR" sz="2400" dirty="0"/>
              <a:t> </a:t>
            </a:r>
            <a:r>
              <a:rPr lang="pt-BR" sz="2400" u="sng" dirty="0" err="1"/>
              <a:t>our</a:t>
            </a:r>
            <a:r>
              <a:rPr lang="pt-BR" sz="2400" u="sng" dirty="0"/>
              <a:t> </a:t>
            </a:r>
            <a:r>
              <a:rPr lang="pt-BR" sz="2400" u="sng" dirty="0" err="1"/>
              <a:t>school</a:t>
            </a:r>
            <a:r>
              <a:rPr lang="pt-BR" sz="2400" u="sng" dirty="0"/>
              <a:t> </a:t>
            </a:r>
            <a:r>
              <a:rPr lang="pt-BR" sz="2400" u="sng" dirty="0" err="1"/>
              <a:t>will</a:t>
            </a:r>
            <a:r>
              <a:rPr lang="pt-BR" sz="2400" u="sng" dirty="0"/>
              <a:t> </a:t>
            </a:r>
            <a:r>
              <a:rPr lang="pt-BR" sz="2400" u="sng" dirty="0" err="1"/>
              <a:t>win</a:t>
            </a:r>
            <a:r>
              <a:rPr lang="pt-BR" sz="2400" u="sng" dirty="0"/>
              <a:t> </a:t>
            </a:r>
            <a:r>
              <a:rPr lang="pt-BR" sz="2400" u="sng" dirty="0" err="1"/>
              <a:t>the</a:t>
            </a:r>
            <a:r>
              <a:rPr lang="pt-BR" sz="2400" u="sng" dirty="0"/>
              <a:t> </a:t>
            </a:r>
            <a:r>
              <a:rPr lang="pt-BR" sz="2400" u="sng" dirty="0" err="1"/>
              <a:t>coming</a:t>
            </a:r>
            <a:r>
              <a:rPr lang="pt-BR" sz="2400" u="sng" dirty="0"/>
              <a:t> match</a:t>
            </a:r>
            <a:r>
              <a:rPr lang="pt-BR" sz="2400" dirty="0"/>
              <a:t>.” </a:t>
            </a:r>
          </a:p>
          <a:p>
            <a:r>
              <a:rPr lang="pt-BR" sz="2400" dirty="0"/>
              <a:t>7. She </a:t>
            </a:r>
            <a:r>
              <a:rPr lang="pt-BR" sz="2400" dirty="0" err="1"/>
              <a:t>told</a:t>
            </a:r>
            <a:r>
              <a:rPr lang="pt-BR" sz="2400" dirty="0"/>
              <a:t> me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visit</a:t>
            </a:r>
            <a:r>
              <a:rPr lang="pt-BR" sz="2400" dirty="0"/>
              <a:t> </a:t>
            </a:r>
            <a:r>
              <a:rPr lang="pt-BR" sz="2400" dirty="0" err="1"/>
              <a:t>her</a:t>
            </a:r>
            <a:r>
              <a:rPr lang="pt-BR" sz="2400" dirty="0"/>
              <a:t> </a:t>
            </a:r>
            <a:r>
              <a:rPr lang="pt-BR" sz="2400" dirty="0" err="1"/>
              <a:t>yesterday</a:t>
            </a:r>
            <a:r>
              <a:rPr lang="pt-BR" sz="2400" dirty="0"/>
              <a:t>. </a:t>
            </a:r>
            <a:r>
              <a:rPr lang="pt-BR" sz="2400" dirty="0" err="1"/>
              <a:t>Although</a:t>
            </a:r>
            <a:r>
              <a:rPr lang="pt-BR" sz="2400" dirty="0"/>
              <a:t> I </a:t>
            </a:r>
            <a:r>
              <a:rPr lang="pt-BR" sz="2400" dirty="0" err="1"/>
              <a:t>felt</a:t>
            </a:r>
            <a:r>
              <a:rPr lang="pt-BR" sz="2400" dirty="0"/>
              <a:t> </a:t>
            </a:r>
            <a:r>
              <a:rPr lang="pt-BR" sz="2400" dirty="0" err="1"/>
              <a:t>lazy</a:t>
            </a:r>
            <a:r>
              <a:rPr lang="pt-BR" sz="2400" dirty="0"/>
              <a:t>, </a:t>
            </a:r>
            <a:r>
              <a:rPr lang="pt-BR" sz="2400" u="sng" dirty="0"/>
              <a:t>I </a:t>
            </a:r>
            <a:r>
              <a:rPr lang="pt-BR" sz="2400" u="sng" dirty="0" err="1"/>
              <a:t>visited</a:t>
            </a:r>
            <a:r>
              <a:rPr lang="pt-BR" sz="2400" u="sng" dirty="0"/>
              <a:t> </a:t>
            </a:r>
            <a:r>
              <a:rPr lang="pt-BR" sz="2400" u="sng" dirty="0" err="1"/>
              <a:t>her</a:t>
            </a:r>
            <a:r>
              <a:rPr lang="pt-BR" sz="2400" u="sng" dirty="0"/>
              <a:t> </a:t>
            </a:r>
            <a:r>
              <a:rPr lang="pt-BR" sz="2400" u="sng" dirty="0" err="1"/>
              <a:t>yesterday</a:t>
            </a:r>
            <a:r>
              <a:rPr lang="pt-BR" sz="2400" dirty="0"/>
              <a:t>. </a:t>
            </a:r>
          </a:p>
          <a:p>
            <a:r>
              <a:rPr lang="pt-BR" sz="2400" dirty="0"/>
              <a:t>8. </a:t>
            </a:r>
            <a:r>
              <a:rPr lang="pt-BR" sz="2400" dirty="0" err="1"/>
              <a:t>My</a:t>
            </a:r>
            <a:r>
              <a:rPr lang="pt-BR" sz="2400" dirty="0"/>
              <a:t> </a:t>
            </a:r>
            <a:r>
              <a:rPr lang="pt-BR" sz="2400" dirty="0" err="1"/>
              <a:t>father</a:t>
            </a:r>
            <a:r>
              <a:rPr lang="pt-BR" sz="2400" dirty="0"/>
              <a:t> </a:t>
            </a:r>
            <a:r>
              <a:rPr lang="pt-BR" sz="2400" dirty="0" err="1"/>
              <a:t>loves</a:t>
            </a:r>
            <a:r>
              <a:rPr lang="pt-BR" sz="2400" dirty="0"/>
              <a:t> </a:t>
            </a:r>
            <a:r>
              <a:rPr lang="pt-BR" sz="2400" dirty="0" err="1"/>
              <a:t>listening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music</a:t>
            </a:r>
            <a:r>
              <a:rPr lang="pt-BR" sz="2400" dirty="0"/>
              <a:t>, </a:t>
            </a:r>
            <a:r>
              <a:rPr lang="pt-BR" sz="2400" dirty="0" err="1"/>
              <a:t>especially</a:t>
            </a:r>
            <a:r>
              <a:rPr lang="pt-BR" sz="2400" dirty="0"/>
              <a:t> </a:t>
            </a:r>
            <a:r>
              <a:rPr lang="pt-BR" sz="2400" u="sng" dirty="0" err="1"/>
              <a:t>the</a:t>
            </a:r>
            <a:r>
              <a:rPr lang="pt-BR" sz="2400" u="sng" dirty="0"/>
              <a:t> </a:t>
            </a:r>
            <a:r>
              <a:rPr lang="pt-BR" sz="2400" u="sng" dirty="0" err="1"/>
              <a:t>music</a:t>
            </a:r>
            <a:r>
              <a:rPr lang="pt-BR" sz="2400" u="sng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Elvis Presley. </a:t>
            </a:r>
          </a:p>
          <a:p>
            <a:r>
              <a:rPr lang="pt-BR" sz="2400" dirty="0"/>
              <a:t>9. </a:t>
            </a:r>
            <a:r>
              <a:rPr lang="pt-BR" sz="2400" dirty="0" err="1"/>
              <a:t>According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my</a:t>
            </a:r>
            <a:r>
              <a:rPr lang="pt-BR" sz="2400" dirty="0"/>
              <a:t> </a:t>
            </a:r>
            <a:r>
              <a:rPr lang="pt-BR" sz="2400" dirty="0" err="1"/>
              <a:t>father</a:t>
            </a:r>
            <a:r>
              <a:rPr lang="pt-BR" sz="2400" dirty="0"/>
              <a:t>, </a:t>
            </a:r>
            <a:r>
              <a:rPr lang="pt-BR" sz="2400" dirty="0" err="1"/>
              <a:t>there</a:t>
            </a:r>
            <a:r>
              <a:rPr lang="pt-BR" sz="2400" dirty="0"/>
              <a:t> </a:t>
            </a:r>
            <a:r>
              <a:rPr lang="pt-BR" sz="2400" dirty="0" err="1"/>
              <a:t>were</a:t>
            </a:r>
            <a:r>
              <a:rPr lang="pt-BR" sz="2400" dirty="0"/>
              <a:t> </a:t>
            </a:r>
            <a:r>
              <a:rPr lang="pt-BR" sz="2400" dirty="0" err="1"/>
              <a:t>twenty</a:t>
            </a:r>
            <a:r>
              <a:rPr lang="pt-BR" sz="2400" dirty="0"/>
              <a:t> </a:t>
            </a:r>
            <a:r>
              <a:rPr lang="pt-BR" sz="2400" dirty="0" err="1"/>
              <a:t>men</a:t>
            </a:r>
            <a:r>
              <a:rPr lang="pt-BR" sz="2400" dirty="0"/>
              <a:t> </a:t>
            </a:r>
            <a:r>
              <a:rPr lang="pt-BR" sz="2400" dirty="0" err="1"/>
              <a:t>killed</a:t>
            </a:r>
            <a:r>
              <a:rPr lang="pt-BR" sz="2400" dirty="0"/>
              <a:t> in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accident</a:t>
            </a:r>
            <a:r>
              <a:rPr lang="pt-BR" sz="2400" dirty="0"/>
              <a:t>, </a:t>
            </a:r>
            <a:r>
              <a:rPr lang="pt-BR" sz="2400" dirty="0" err="1"/>
              <a:t>but</a:t>
            </a:r>
            <a:r>
              <a:rPr lang="pt-BR" sz="2400" dirty="0"/>
              <a:t> I </a:t>
            </a:r>
            <a:r>
              <a:rPr lang="pt-BR" sz="2400" u="sng" dirty="0" err="1"/>
              <a:t>thought</a:t>
            </a:r>
            <a:r>
              <a:rPr lang="pt-BR" sz="2400" u="sng" dirty="0"/>
              <a:t> </a:t>
            </a:r>
            <a:r>
              <a:rPr lang="pt-BR" sz="2400" u="sng" dirty="0" err="1"/>
              <a:t>there</a:t>
            </a:r>
            <a:r>
              <a:rPr lang="pt-BR" sz="2400" u="sng" dirty="0"/>
              <a:t> </a:t>
            </a:r>
            <a:r>
              <a:rPr lang="pt-BR" sz="2400" u="sng" dirty="0" err="1"/>
              <a:t>weren’t</a:t>
            </a:r>
            <a:r>
              <a:rPr lang="pt-BR" sz="2400" u="sng" dirty="0"/>
              <a:t> </a:t>
            </a:r>
            <a:r>
              <a:rPr lang="pt-BR" sz="2400" u="sng" dirty="0" err="1"/>
              <a:t>twenty</a:t>
            </a:r>
            <a:r>
              <a:rPr lang="pt-BR" sz="2400" u="sng" dirty="0"/>
              <a:t> </a:t>
            </a:r>
            <a:r>
              <a:rPr lang="pt-BR" sz="2400" u="sng" dirty="0" err="1"/>
              <a:t>men</a:t>
            </a:r>
            <a:r>
              <a:rPr lang="pt-BR" sz="2400" u="sng" dirty="0"/>
              <a:t> </a:t>
            </a:r>
            <a:r>
              <a:rPr lang="pt-BR" sz="2400" u="sng" dirty="0" err="1"/>
              <a:t>killed</a:t>
            </a:r>
            <a:r>
              <a:rPr lang="pt-BR" sz="2400" u="sng" dirty="0"/>
              <a:t> in </a:t>
            </a:r>
            <a:r>
              <a:rPr lang="pt-BR" sz="2400" u="sng" dirty="0" err="1"/>
              <a:t>the</a:t>
            </a:r>
            <a:r>
              <a:rPr lang="pt-BR" sz="2400" u="sng" dirty="0"/>
              <a:t> </a:t>
            </a:r>
            <a:r>
              <a:rPr lang="pt-BR" sz="2400" u="sng" dirty="0" err="1"/>
              <a:t>accident</a:t>
            </a:r>
            <a:r>
              <a:rPr lang="pt-BR" sz="2400" u="sng" dirty="0"/>
              <a:t>. </a:t>
            </a:r>
          </a:p>
          <a:p>
            <a:r>
              <a:rPr lang="pt-BR" sz="2400" dirty="0"/>
              <a:t>10. I </a:t>
            </a:r>
            <a:r>
              <a:rPr lang="pt-BR" sz="2400" dirty="0" err="1"/>
              <a:t>love</a:t>
            </a:r>
            <a:r>
              <a:rPr lang="pt-BR" sz="2400" dirty="0"/>
              <a:t> </a:t>
            </a:r>
            <a:r>
              <a:rPr lang="pt-BR" sz="2400" dirty="0" err="1"/>
              <a:t>reading</a:t>
            </a:r>
            <a:r>
              <a:rPr lang="pt-BR" sz="2400" dirty="0"/>
              <a:t> </a:t>
            </a:r>
            <a:r>
              <a:rPr lang="pt-BR" sz="2400" dirty="0" err="1"/>
              <a:t>most</a:t>
            </a:r>
            <a:r>
              <a:rPr lang="pt-BR" sz="2400" dirty="0"/>
              <a:t> comics, </a:t>
            </a:r>
            <a:r>
              <a:rPr lang="pt-BR" sz="2400" dirty="0" err="1"/>
              <a:t>especially</a:t>
            </a:r>
            <a:r>
              <a:rPr lang="pt-BR" sz="2400" dirty="0"/>
              <a:t> </a:t>
            </a:r>
            <a:r>
              <a:rPr lang="pt-BR" sz="2400" u="sng" dirty="0" err="1"/>
              <a:t>the</a:t>
            </a:r>
            <a:r>
              <a:rPr lang="pt-BR" sz="2400" u="sng" dirty="0"/>
              <a:t> comics </a:t>
            </a:r>
            <a:r>
              <a:rPr lang="pt-BR" sz="2400" dirty="0" err="1"/>
              <a:t>that</a:t>
            </a:r>
            <a:r>
              <a:rPr lang="pt-BR" sz="2400" dirty="0"/>
              <a:t> </a:t>
            </a:r>
            <a:r>
              <a:rPr lang="pt-BR" sz="2400" dirty="0" err="1"/>
              <a:t>tell</a:t>
            </a:r>
            <a:r>
              <a:rPr lang="pt-BR" sz="2400" dirty="0"/>
              <a:t> </a:t>
            </a:r>
            <a:r>
              <a:rPr lang="pt-BR" sz="2400" dirty="0" err="1"/>
              <a:t>about</a:t>
            </a:r>
            <a:r>
              <a:rPr lang="pt-BR" sz="2400" dirty="0"/>
              <a:t> </a:t>
            </a:r>
            <a:r>
              <a:rPr lang="pt-BR" sz="2400" dirty="0" err="1"/>
              <a:t>history</a:t>
            </a:r>
            <a:r>
              <a:rPr lang="pt-B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5642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2D81789-90BA-92DB-AC96-7246AD6418C7}"/>
              </a:ext>
            </a:extLst>
          </p:cNvPr>
          <p:cNvSpPr txBox="1"/>
          <p:nvPr/>
        </p:nvSpPr>
        <p:spPr>
          <a:xfrm>
            <a:off x="580103" y="797510"/>
            <a:ext cx="1107112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Join </a:t>
            </a:r>
            <a:r>
              <a:rPr lang="pt-BR" sz="2400" b="1" dirty="0" err="1"/>
              <a:t>these</a:t>
            </a:r>
            <a:r>
              <a:rPr lang="pt-BR" sz="2400" b="1" dirty="0"/>
              <a:t> </a:t>
            </a:r>
            <a:r>
              <a:rPr lang="pt-BR" sz="2400" b="1" dirty="0" err="1"/>
              <a:t>two</a:t>
            </a:r>
            <a:r>
              <a:rPr lang="pt-BR" sz="2400" b="1" dirty="0"/>
              <a:t> </a:t>
            </a:r>
            <a:r>
              <a:rPr lang="pt-BR" sz="2400" b="1" dirty="0" err="1"/>
              <a:t>sentences</a:t>
            </a:r>
            <a:r>
              <a:rPr lang="pt-BR" sz="2400" b="1" dirty="0"/>
              <a:t>. </a:t>
            </a:r>
          </a:p>
          <a:p>
            <a:endParaRPr lang="pt-BR" sz="2400" dirty="0"/>
          </a:p>
          <a:p>
            <a:pPr marL="342900" indent="-342900">
              <a:buAutoNum type="arabicPeriod"/>
            </a:pPr>
            <a:r>
              <a:rPr lang="pt-BR" sz="2400" dirty="0"/>
              <a:t>Bob </a:t>
            </a:r>
            <a:r>
              <a:rPr lang="pt-BR" sz="2400" dirty="0" err="1"/>
              <a:t>is</a:t>
            </a:r>
            <a:r>
              <a:rPr lang="pt-BR" sz="2400" dirty="0"/>
              <a:t> a </a:t>
            </a:r>
            <a:r>
              <a:rPr lang="pt-BR" sz="2400" dirty="0" err="1"/>
              <a:t>diligent</a:t>
            </a:r>
            <a:r>
              <a:rPr lang="pt-BR" sz="2400" dirty="0"/>
              <a:t> </a:t>
            </a:r>
            <a:r>
              <a:rPr lang="pt-BR" sz="2400" dirty="0" err="1"/>
              <a:t>student</a:t>
            </a:r>
            <a:r>
              <a:rPr lang="pt-BR" sz="2400" dirty="0"/>
              <a:t>. Tom </a:t>
            </a:r>
            <a:r>
              <a:rPr lang="pt-BR" sz="2400" dirty="0" err="1"/>
              <a:t>is</a:t>
            </a:r>
            <a:r>
              <a:rPr lang="pt-BR" sz="2400" dirty="0"/>
              <a:t> a </a:t>
            </a:r>
            <a:r>
              <a:rPr lang="pt-BR" sz="2400" dirty="0" err="1"/>
              <a:t>diligent</a:t>
            </a:r>
            <a:r>
              <a:rPr lang="pt-BR" sz="2400" dirty="0"/>
              <a:t> </a:t>
            </a:r>
            <a:r>
              <a:rPr lang="pt-BR" sz="2400" dirty="0" err="1"/>
              <a:t>student</a:t>
            </a:r>
            <a:r>
              <a:rPr lang="pt-BR" sz="2400" dirty="0"/>
              <a:t>. </a:t>
            </a:r>
          </a:p>
          <a:p>
            <a:r>
              <a:rPr lang="pt-BR" sz="2400" dirty="0"/>
              <a:t>2. Mary </a:t>
            </a:r>
            <a:r>
              <a:rPr lang="pt-BR" sz="2400" dirty="0" err="1"/>
              <a:t>would</a:t>
            </a:r>
            <a:r>
              <a:rPr lang="pt-BR" sz="2400" dirty="0"/>
              <a:t> </a:t>
            </a:r>
            <a:r>
              <a:rPr lang="pt-BR" sz="2400" dirty="0" err="1"/>
              <a:t>enjoy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game. Jane </a:t>
            </a:r>
            <a:r>
              <a:rPr lang="pt-BR" sz="2400" dirty="0" err="1"/>
              <a:t>would</a:t>
            </a:r>
            <a:r>
              <a:rPr lang="pt-BR" sz="2400" dirty="0"/>
              <a:t> </a:t>
            </a:r>
            <a:r>
              <a:rPr lang="pt-BR" sz="2400" dirty="0" err="1"/>
              <a:t>enjoy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game. </a:t>
            </a:r>
          </a:p>
          <a:p>
            <a:r>
              <a:rPr lang="pt-BR" sz="2400" dirty="0"/>
              <a:t>3. He runs </a:t>
            </a:r>
            <a:r>
              <a:rPr lang="pt-BR" sz="2400" dirty="0" err="1"/>
              <a:t>very</a:t>
            </a:r>
            <a:r>
              <a:rPr lang="pt-BR" sz="2400" dirty="0"/>
              <a:t> fast. She runs </a:t>
            </a:r>
            <a:r>
              <a:rPr lang="pt-BR" sz="2400" dirty="0" err="1"/>
              <a:t>very</a:t>
            </a:r>
            <a:r>
              <a:rPr lang="pt-BR" sz="2400" dirty="0"/>
              <a:t> fast. </a:t>
            </a:r>
          </a:p>
          <a:p>
            <a:r>
              <a:rPr lang="pt-BR" sz="2400" dirty="0"/>
              <a:t>4. I </a:t>
            </a:r>
            <a:r>
              <a:rPr lang="pt-BR" sz="2400" dirty="0" err="1"/>
              <a:t>have</a:t>
            </a:r>
            <a:r>
              <a:rPr lang="pt-BR" sz="2400" dirty="0"/>
              <a:t> </a:t>
            </a:r>
            <a:r>
              <a:rPr lang="pt-BR" sz="2400" dirty="0" err="1"/>
              <a:t>read</a:t>
            </a:r>
            <a:r>
              <a:rPr lang="pt-BR" sz="2400" dirty="0"/>
              <a:t> it. She </a:t>
            </a:r>
            <a:r>
              <a:rPr lang="pt-BR" sz="2400" dirty="0" err="1"/>
              <a:t>has</a:t>
            </a:r>
            <a:r>
              <a:rPr lang="pt-BR" sz="2400" dirty="0"/>
              <a:t> </a:t>
            </a:r>
            <a:r>
              <a:rPr lang="pt-BR" sz="2400" dirty="0" err="1"/>
              <a:t>read</a:t>
            </a:r>
            <a:r>
              <a:rPr lang="pt-BR" sz="2400" dirty="0"/>
              <a:t> it. </a:t>
            </a:r>
          </a:p>
          <a:p>
            <a:r>
              <a:rPr lang="pt-BR" sz="2400" dirty="0"/>
              <a:t>5. Paul </a:t>
            </a:r>
            <a:r>
              <a:rPr lang="pt-BR" sz="2400" dirty="0" err="1"/>
              <a:t>has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work</a:t>
            </a:r>
            <a:r>
              <a:rPr lang="pt-BR" sz="2400" dirty="0"/>
              <a:t> hard. Cindy </a:t>
            </a:r>
            <a:r>
              <a:rPr lang="pt-BR" sz="2400" dirty="0" err="1"/>
              <a:t>has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work</a:t>
            </a:r>
            <a:r>
              <a:rPr lang="pt-BR" sz="2400" dirty="0"/>
              <a:t> hard. </a:t>
            </a:r>
          </a:p>
          <a:p>
            <a:r>
              <a:rPr lang="pt-BR" sz="2400" dirty="0"/>
              <a:t>6. </a:t>
            </a:r>
            <a:r>
              <a:rPr lang="pt-BR" sz="2400" dirty="0" err="1"/>
              <a:t>My</a:t>
            </a:r>
            <a:r>
              <a:rPr lang="pt-BR" sz="2400" dirty="0"/>
              <a:t> </a:t>
            </a:r>
            <a:r>
              <a:rPr lang="pt-BR" sz="2400" dirty="0" err="1"/>
              <a:t>nephew</a:t>
            </a:r>
            <a:r>
              <a:rPr lang="pt-BR" sz="2400" dirty="0"/>
              <a:t> </a:t>
            </a:r>
            <a:r>
              <a:rPr lang="pt-BR" sz="2400" dirty="0" err="1"/>
              <a:t>cannot</a:t>
            </a:r>
            <a:r>
              <a:rPr lang="pt-BR" sz="2400" dirty="0"/>
              <a:t> </a:t>
            </a:r>
            <a:r>
              <a:rPr lang="pt-BR" sz="2400" dirty="0" err="1"/>
              <a:t>swim</a:t>
            </a:r>
            <a:r>
              <a:rPr lang="pt-BR" sz="2400" dirty="0"/>
              <a:t>. </a:t>
            </a:r>
            <a:r>
              <a:rPr lang="pt-BR" sz="2400" dirty="0" err="1"/>
              <a:t>My</a:t>
            </a:r>
            <a:r>
              <a:rPr lang="pt-BR" sz="2400" dirty="0"/>
              <a:t> </a:t>
            </a:r>
            <a:r>
              <a:rPr lang="pt-BR" sz="2400" dirty="0" err="1"/>
              <a:t>aunt</a:t>
            </a:r>
            <a:r>
              <a:rPr lang="pt-BR" sz="2400" dirty="0"/>
              <a:t> </a:t>
            </a:r>
            <a:r>
              <a:rPr lang="pt-BR" sz="2400" dirty="0" err="1"/>
              <a:t>cannot</a:t>
            </a:r>
            <a:r>
              <a:rPr lang="pt-BR" sz="2400" dirty="0"/>
              <a:t> </a:t>
            </a:r>
            <a:r>
              <a:rPr lang="pt-BR" sz="2400" dirty="0" err="1"/>
              <a:t>swim</a:t>
            </a:r>
            <a:r>
              <a:rPr lang="pt-BR" sz="2400" dirty="0"/>
              <a:t>. </a:t>
            </a:r>
          </a:p>
          <a:p>
            <a:r>
              <a:rPr lang="pt-BR" sz="2400" dirty="0"/>
              <a:t>7. Cats </a:t>
            </a:r>
            <a:r>
              <a:rPr lang="pt-BR" sz="2400" dirty="0" err="1"/>
              <a:t>don’t</a:t>
            </a:r>
            <a:r>
              <a:rPr lang="pt-BR" sz="2400" dirty="0"/>
              <a:t> like </a:t>
            </a:r>
            <a:r>
              <a:rPr lang="pt-BR" sz="2400" dirty="0" err="1"/>
              <a:t>grass</a:t>
            </a:r>
            <a:r>
              <a:rPr lang="pt-BR" sz="2400" dirty="0"/>
              <a:t>. Dogs </a:t>
            </a:r>
            <a:r>
              <a:rPr lang="pt-BR" sz="2400" dirty="0" err="1"/>
              <a:t>don’t</a:t>
            </a:r>
            <a:r>
              <a:rPr lang="pt-BR" sz="2400" dirty="0"/>
              <a:t> like </a:t>
            </a:r>
            <a:r>
              <a:rPr lang="pt-BR" sz="2400" dirty="0" err="1"/>
              <a:t>grass</a:t>
            </a:r>
            <a:r>
              <a:rPr lang="pt-BR" sz="2400" dirty="0"/>
              <a:t>. </a:t>
            </a:r>
          </a:p>
          <a:p>
            <a:r>
              <a:rPr lang="pt-BR" sz="2400" dirty="0"/>
              <a:t>8. </a:t>
            </a:r>
            <a:r>
              <a:rPr lang="pt-BR" sz="2400" dirty="0" err="1"/>
              <a:t>We</a:t>
            </a:r>
            <a:r>
              <a:rPr lang="pt-BR" sz="2400" dirty="0"/>
              <a:t> </a:t>
            </a:r>
            <a:r>
              <a:rPr lang="pt-BR" sz="2400" dirty="0" err="1"/>
              <a:t>never</a:t>
            </a:r>
            <a:r>
              <a:rPr lang="pt-BR" sz="2400" dirty="0"/>
              <a:t> </a:t>
            </a:r>
            <a:r>
              <a:rPr lang="pt-BR" sz="2400" dirty="0" err="1"/>
              <a:t>went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a </a:t>
            </a:r>
            <a:r>
              <a:rPr lang="pt-BR" sz="2400" dirty="0" err="1"/>
              <a:t>concert</a:t>
            </a:r>
            <a:r>
              <a:rPr lang="pt-BR" sz="2400" dirty="0"/>
              <a:t>. They </a:t>
            </a:r>
            <a:r>
              <a:rPr lang="pt-BR" sz="2400" dirty="0" err="1"/>
              <a:t>never</a:t>
            </a:r>
            <a:r>
              <a:rPr lang="pt-BR" sz="2400" dirty="0"/>
              <a:t> </a:t>
            </a:r>
            <a:r>
              <a:rPr lang="pt-BR" sz="2400" dirty="0" err="1"/>
              <a:t>went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a </a:t>
            </a:r>
            <a:r>
              <a:rPr lang="pt-BR" sz="2400" dirty="0" err="1"/>
              <a:t>concert</a:t>
            </a:r>
            <a:r>
              <a:rPr lang="pt-BR" sz="2400" dirty="0"/>
              <a:t>. </a:t>
            </a:r>
          </a:p>
          <a:p>
            <a:r>
              <a:rPr lang="pt-BR" sz="2400" dirty="0"/>
              <a:t>9. </a:t>
            </a:r>
            <a:r>
              <a:rPr lang="pt-BR" sz="2400" dirty="0" err="1"/>
              <a:t>We</a:t>
            </a:r>
            <a:r>
              <a:rPr lang="pt-BR" sz="2400" dirty="0"/>
              <a:t> </a:t>
            </a:r>
            <a:r>
              <a:rPr lang="pt-BR" sz="2400" dirty="0" err="1"/>
              <a:t>haven’t</a:t>
            </a:r>
            <a:r>
              <a:rPr lang="pt-BR" sz="2400" dirty="0"/>
              <a:t> </a:t>
            </a:r>
            <a:r>
              <a:rPr lang="pt-BR" sz="2400" dirty="0" err="1"/>
              <a:t>seen</a:t>
            </a:r>
            <a:r>
              <a:rPr lang="pt-BR" sz="2400" dirty="0"/>
              <a:t> </a:t>
            </a:r>
            <a:r>
              <a:rPr lang="pt-BR" sz="2400" dirty="0" err="1"/>
              <a:t>him</a:t>
            </a:r>
            <a:r>
              <a:rPr lang="pt-BR" sz="2400" dirty="0"/>
              <a:t> for </a:t>
            </a:r>
            <a:r>
              <a:rPr lang="pt-BR" sz="2400" dirty="0" err="1"/>
              <a:t>almost</a:t>
            </a:r>
            <a:r>
              <a:rPr lang="pt-BR" sz="2400" dirty="0"/>
              <a:t> a </a:t>
            </a:r>
            <a:r>
              <a:rPr lang="pt-BR" sz="2400" dirty="0" err="1"/>
              <a:t>year</a:t>
            </a:r>
            <a:r>
              <a:rPr lang="pt-BR" sz="2400" dirty="0"/>
              <a:t>. </a:t>
            </a:r>
            <a:r>
              <a:rPr lang="pt-BR" sz="2400" dirty="0" err="1"/>
              <a:t>Our</a:t>
            </a:r>
            <a:r>
              <a:rPr lang="pt-BR" sz="2400" dirty="0"/>
              <a:t> </a:t>
            </a:r>
            <a:r>
              <a:rPr lang="pt-BR" sz="2400" dirty="0" err="1"/>
              <a:t>parents</a:t>
            </a:r>
            <a:r>
              <a:rPr lang="pt-BR" sz="2400" dirty="0"/>
              <a:t> </a:t>
            </a:r>
            <a:r>
              <a:rPr lang="pt-BR" sz="2400" dirty="0" err="1"/>
              <a:t>haven’t</a:t>
            </a:r>
            <a:r>
              <a:rPr lang="pt-BR" sz="2400" dirty="0"/>
              <a:t> </a:t>
            </a:r>
            <a:r>
              <a:rPr lang="pt-BR" sz="2400" dirty="0" err="1"/>
              <a:t>seen</a:t>
            </a:r>
            <a:r>
              <a:rPr lang="pt-BR" sz="2400" dirty="0"/>
              <a:t> </a:t>
            </a:r>
            <a:r>
              <a:rPr lang="pt-BR" sz="2400" dirty="0" err="1"/>
              <a:t>him</a:t>
            </a:r>
            <a:r>
              <a:rPr lang="pt-BR" sz="2400" dirty="0"/>
              <a:t> for </a:t>
            </a:r>
            <a:r>
              <a:rPr lang="pt-BR" sz="2400" dirty="0" err="1"/>
              <a:t>almost</a:t>
            </a:r>
            <a:r>
              <a:rPr lang="pt-BR" sz="2400" dirty="0"/>
              <a:t> a </a:t>
            </a:r>
            <a:r>
              <a:rPr lang="pt-BR" sz="2400" dirty="0" err="1"/>
              <a:t>year</a:t>
            </a:r>
            <a:r>
              <a:rPr lang="pt-BR" sz="2400" dirty="0"/>
              <a:t>. </a:t>
            </a:r>
          </a:p>
          <a:p>
            <a:r>
              <a:rPr lang="pt-BR" sz="2400" dirty="0"/>
              <a:t>10. I </a:t>
            </a:r>
            <a:r>
              <a:rPr lang="pt-BR" sz="2400" dirty="0" err="1"/>
              <a:t>don’t</a:t>
            </a:r>
            <a:r>
              <a:rPr lang="pt-BR" sz="2400" dirty="0"/>
              <a:t> </a:t>
            </a:r>
            <a:r>
              <a:rPr lang="pt-BR" sz="2400" dirty="0" err="1"/>
              <a:t>have</a:t>
            </a:r>
            <a:r>
              <a:rPr lang="pt-BR" sz="2400" dirty="0"/>
              <a:t> </a:t>
            </a:r>
            <a:r>
              <a:rPr lang="pt-BR" sz="2400" dirty="0" err="1"/>
              <a:t>any</a:t>
            </a:r>
            <a:r>
              <a:rPr lang="pt-BR" sz="2400" dirty="0"/>
              <a:t> </a:t>
            </a:r>
            <a:r>
              <a:rPr lang="pt-BR" sz="2400" dirty="0" err="1"/>
              <a:t>objection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matter</a:t>
            </a:r>
            <a:r>
              <a:rPr lang="pt-BR" sz="2400" dirty="0"/>
              <a:t>. </a:t>
            </a:r>
            <a:r>
              <a:rPr lang="pt-BR" sz="2400" dirty="0" err="1"/>
              <a:t>My</a:t>
            </a:r>
            <a:r>
              <a:rPr lang="pt-BR" sz="2400" dirty="0"/>
              <a:t> </a:t>
            </a:r>
            <a:r>
              <a:rPr lang="pt-BR" sz="2400" dirty="0" err="1"/>
              <a:t>spouse</a:t>
            </a:r>
            <a:r>
              <a:rPr lang="pt-BR" sz="2400" dirty="0"/>
              <a:t> </a:t>
            </a:r>
            <a:r>
              <a:rPr lang="pt-BR" sz="2400" dirty="0" err="1"/>
              <a:t>doesn’t</a:t>
            </a:r>
            <a:r>
              <a:rPr lang="pt-BR" sz="2400" dirty="0"/>
              <a:t> </a:t>
            </a:r>
            <a:r>
              <a:rPr lang="pt-BR" sz="2400" dirty="0" err="1"/>
              <a:t>have</a:t>
            </a:r>
            <a:r>
              <a:rPr lang="pt-BR" sz="2400" dirty="0"/>
              <a:t> </a:t>
            </a:r>
            <a:r>
              <a:rPr lang="pt-BR" sz="2400" dirty="0" err="1"/>
              <a:t>any</a:t>
            </a:r>
            <a:r>
              <a:rPr lang="pt-BR" sz="2400" dirty="0"/>
              <a:t> </a:t>
            </a:r>
            <a:r>
              <a:rPr lang="pt-BR" sz="2400" dirty="0" err="1"/>
              <a:t>objection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matter</a:t>
            </a:r>
            <a:r>
              <a:rPr lang="pt-B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3663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0A16269-A64E-6250-85C4-390A4525EB41}"/>
              </a:ext>
            </a:extLst>
          </p:cNvPr>
          <p:cNvSpPr txBox="1"/>
          <p:nvPr/>
        </p:nvSpPr>
        <p:spPr>
          <a:xfrm>
            <a:off x="707922" y="1517358"/>
            <a:ext cx="8495071" cy="3732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/>
              <a:t>Rewrite</a:t>
            </a:r>
            <a:r>
              <a:rPr lang="pt-BR" sz="2400" b="1" dirty="0"/>
              <a:t> </a:t>
            </a:r>
            <a:r>
              <a:rPr lang="pt-BR" sz="2400" b="1" dirty="0" err="1"/>
              <a:t>the</a:t>
            </a:r>
            <a:r>
              <a:rPr lang="pt-BR" sz="2400" b="1" dirty="0"/>
              <a:t> </a:t>
            </a:r>
            <a:r>
              <a:rPr lang="pt-BR" sz="2400" b="1" dirty="0" err="1"/>
              <a:t>following</a:t>
            </a:r>
            <a:r>
              <a:rPr lang="pt-BR" sz="2400" b="1" dirty="0"/>
              <a:t> </a:t>
            </a:r>
            <a:r>
              <a:rPr lang="pt-BR" sz="2400" b="1" dirty="0" err="1"/>
              <a:t>sentences</a:t>
            </a:r>
            <a:r>
              <a:rPr lang="pt-BR" sz="2400" b="1" dirty="0"/>
              <a:t> </a:t>
            </a:r>
            <a:r>
              <a:rPr lang="pt-BR" sz="2400" b="1" dirty="0" err="1"/>
              <a:t>by</a:t>
            </a:r>
            <a:r>
              <a:rPr lang="pt-BR" sz="2400" b="1" dirty="0"/>
              <a:t> </a:t>
            </a:r>
            <a:r>
              <a:rPr lang="pt-BR" sz="2400" b="1" dirty="0" err="1"/>
              <a:t>leaving</a:t>
            </a:r>
            <a:r>
              <a:rPr lang="pt-BR" sz="2400" b="1" dirty="0"/>
              <a:t> out words.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2400" dirty="0" err="1"/>
              <a:t>Why</a:t>
            </a:r>
            <a:r>
              <a:rPr lang="pt-BR" sz="2400" dirty="0"/>
              <a:t> </a:t>
            </a:r>
            <a:r>
              <a:rPr lang="pt-BR" sz="2400" dirty="0" err="1"/>
              <a:t>did</a:t>
            </a:r>
            <a:r>
              <a:rPr lang="pt-BR" sz="2400" dirty="0"/>
              <a:t> </a:t>
            </a:r>
            <a:r>
              <a:rPr lang="pt-BR" sz="2400" dirty="0" err="1"/>
              <a:t>you</a:t>
            </a:r>
            <a:r>
              <a:rPr lang="pt-BR" sz="2400" dirty="0"/>
              <a:t> </a:t>
            </a:r>
            <a:r>
              <a:rPr lang="pt-BR" sz="2400" dirty="0" err="1"/>
              <a:t>not</a:t>
            </a:r>
            <a:r>
              <a:rPr lang="pt-BR" sz="2400" dirty="0"/>
              <a:t> </a:t>
            </a:r>
            <a:r>
              <a:rPr lang="pt-BR" sz="2400" dirty="0" err="1"/>
              <a:t>tell</a:t>
            </a:r>
            <a:r>
              <a:rPr lang="pt-BR" sz="2400" dirty="0"/>
              <a:t> me </a:t>
            </a:r>
            <a:r>
              <a:rPr lang="pt-BR" sz="2400" dirty="0" err="1"/>
              <a:t>about</a:t>
            </a:r>
            <a:r>
              <a:rPr lang="pt-BR" sz="2400" dirty="0"/>
              <a:t> it?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2. Do </a:t>
            </a:r>
            <a:r>
              <a:rPr lang="pt-BR" sz="2400" dirty="0" err="1"/>
              <a:t>you</a:t>
            </a:r>
            <a:r>
              <a:rPr lang="pt-BR" sz="2400" dirty="0"/>
              <a:t> </a:t>
            </a:r>
            <a:r>
              <a:rPr lang="pt-BR" sz="2400" dirty="0" err="1"/>
              <a:t>want</a:t>
            </a:r>
            <a:r>
              <a:rPr lang="pt-BR" sz="2400" dirty="0"/>
              <a:t> me </a:t>
            </a:r>
            <a:r>
              <a:rPr lang="pt-BR" sz="2400" dirty="0" err="1"/>
              <a:t>to</a:t>
            </a:r>
            <a:r>
              <a:rPr lang="pt-BR" sz="2400" dirty="0"/>
              <a:t> help </a:t>
            </a:r>
            <a:r>
              <a:rPr lang="pt-BR" sz="2400" dirty="0" err="1"/>
              <a:t>you</a:t>
            </a:r>
            <a:r>
              <a:rPr lang="pt-BR" sz="2400" dirty="0"/>
              <a:t>?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3. </a:t>
            </a:r>
            <a:r>
              <a:rPr lang="pt-BR" sz="2400" dirty="0" err="1"/>
              <a:t>Is</a:t>
            </a:r>
            <a:r>
              <a:rPr lang="pt-BR" sz="2400" dirty="0"/>
              <a:t> </a:t>
            </a:r>
            <a:r>
              <a:rPr lang="pt-BR" sz="2400" dirty="0" err="1"/>
              <a:t>this</a:t>
            </a:r>
            <a:r>
              <a:rPr lang="pt-BR" sz="2400" dirty="0"/>
              <a:t> book </a:t>
            </a:r>
            <a:r>
              <a:rPr lang="pt-BR" sz="2400" dirty="0" err="1"/>
              <a:t>enjoyable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read</a:t>
            </a:r>
            <a:r>
              <a:rPr lang="pt-BR" sz="2400" dirty="0"/>
              <a:t>?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4. </a:t>
            </a:r>
            <a:r>
              <a:rPr lang="pt-BR" sz="2400" dirty="0" err="1"/>
              <a:t>You’re</a:t>
            </a:r>
            <a:r>
              <a:rPr lang="pt-BR" sz="2400" dirty="0"/>
              <a:t> </a:t>
            </a:r>
            <a:r>
              <a:rPr lang="pt-BR" sz="2400" dirty="0" err="1"/>
              <a:t>wrong</a:t>
            </a:r>
            <a:r>
              <a:rPr lang="pt-BR" sz="2400" dirty="0"/>
              <a:t>, Peter!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5. </a:t>
            </a:r>
            <a:r>
              <a:rPr lang="pt-BR" sz="2400" dirty="0" err="1"/>
              <a:t>That’s</a:t>
            </a:r>
            <a:r>
              <a:rPr lang="pt-BR" sz="2400" dirty="0"/>
              <a:t> </a:t>
            </a:r>
            <a:r>
              <a:rPr lang="pt-BR" sz="2400" dirty="0" err="1"/>
              <a:t>excellent</a:t>
            </a:r>
            <a:r>
              <a:rPr lang="pt-BR" sz="2400" dirty="0"/>
              <a:t> </a:t>
            </a:r>
            <a:r>
              <a:rPr lang="pt-BR" sz="2400" dirty="0" err="1"/>
              <a:t>news</a:t>
            </a:r>
            <a:r>
              <a:rPr lang="pt-BR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595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D1AC8C1-381E-CA44-7075-3BC447251342}"/>
              </a:ext>
            </a:extLst>
          </p:cNvPr>
          <p:cNvSpPr txBox="1"/>
          <p:nvPr/>
        </p:nvSpPr>
        <p:spPr>
          <a:xfrm>
            <a:off x="1288025" y="1249148"/>
            <a:ext cx="8416413" cy="410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/>
              <a:t>Rewrite</a:t>
            </a:r>
            <a:r>
              <a:rPr lang="pt-BR" sz="2400" b="1" dirty="0"/>
              <a:t> </a:t>
            </a:r>
            <a:r>
              <a:rPr lang="pt-BR" sz="2400" b="1" dirty="0" err="1"/>
              <a:t>the</a:t>
            </a:r>
            <a:r>
              <a:rPr lang="pt-BR" sz="2400" b="1" dirty="0"/>
              <a:t> </a:t>
            </a:r>
            <a:r>
              <a:rPr lang="pt-BR" sz="2400" b="1" dirty="0" err="1"/>
              <a:t>following</a:t>
            </a:r>
            <a:r>
              <a:rPr lang="pt-BR" sz="2400" b="1" dirty="0"/>
              <a:t> </a:t>
            </a:r>
            <a:r>
              <a:rPr lang="pt-BR" sz="2400" b="1" dirty="0" err="1"/>
              <a:t>sentences</a:t>
            </a:r>
            <a:r>
              <a:rPr lang="pt-BR" sz="2400" b="1" dirty="0"/>
              <a:t> </a:t>
            </a:r>
            <a:r>
              <a:rPr lang="pt-BR" sz="2400" b="1" dirty="0" err="1"/>
              <a:t>by</a:t>
            </a:r>
            <a:r>
              <a:rPr lang="pt-BR" sz="2400" b="1" dirty="0"/>
              <a:t> </a:t>
            </a:r>
            <a:r>
              <a:rPr lang="pt-BR" sz="2400" b="1" dirty="0" err="1"/>
              <a:t>using</a:t>
            </a:r>
            <a:r>
              <a:rPr lang="pt-BR" sz="2400" b="1" dirty="0"/>
              <a:t> </a:t>
            </a:r>
            <a:r>
              <a:rPr lang="pt-BR" sz="2400" b="1" dirty="0" err="1"/>
              <a:t>the</a:t>
            </a:r>
            <a:r>
              <a:rPr lang="pt-BR" sz="2400" b="1" dirty="0"/>
              <a:t> </a:t>
            </a:r>
            <a:r>
              <a:rPr lang="pt-BR" sz="2400" b="1" dirty="0" err="1"/>
              <a:t>omitted</a:t>
            </a:r>
            <a:r>
              <a:rPr lang="pt-BR" sz="2400" b="1" dirty="0"/>
              <a:t> words.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1. </a:t>
            </a:r>
            <a:r>
              <a:rPr lang="pt-BR" sz="2400" dirty="0" err="1"/>
              <a:t>Want</a:t>
            </a:r>
            <a:r>
              <a:rPr lang="pt-BR" sz="2400" dirty="0"/>
              <a:t> some more chocolate?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2. </a:t>
            </a:r>
            <a:r>
              <a:rPr lang="pt-BR" sz="2400" dirty="0" err="1"/>
              <a:t>Hear</a:t>
            </a:r>
            <a:r>
              <a:rPr lang="pt-BR" sz="2400" dirty="0"/>
              <a:t> </a:t>
            </a:r>
            <a:r>
              <a:rPr lang="pt-BR" sz="2400" dirty="0" err="1"/>
              <a:t>that</a:t>
            </a:r>
            <a:r>
              <a:rPr lang="pt-BR" sz="2400" dirty="0"/>
              <a:t> </a:t>
            </a:r>
            <a:r>
              <a:rPr lang="pt-BR" sz="2400" dirty="0" err="1"/>
              <a:t>just</a:t>
            </a:r>
            <a:r>
              <a:rPr lang="pt-BR" sz="2400" dirty="0"/>
              <a:t> </a:t>
            </a:r>
            <a:r>
              <a:rPr lang="pt-BR" sz="2400" dirty="0" err="1"/>
              <a:t>now</a:t>
            </a:r>
            <a:r>
              <a:rPr lang="pt-BR" sz="2400" dirty="0"/>
              <a:t>?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3. </a:t>
            </a:r>
            <a:r>
              <a:rPr lang="pt-BR" sz="2400" dirty="0" err="1"/>
              <a:t>Got</a:t>
            </a:r>
            <a:r>
              <a:rPr lang="pt-BR" sz="2400" dirty="0"/>
              <a:t> some </a:t>
            </a:r>
            <a:r>
              <a:rPr lang="pt-BR" sz="2400" dirty="0" err="1"/>
              <a:t>money</a:t>
            </a:r>
            <a:r>
              <a:rPr lang="pt-BR" sz="2400" dirty="0"/>
              <a:t>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lend</a:t>
            </a:r>
            <a:r>
              <a:rPr lang="pt-BR" sz="2400" dirty="0"/>
              <a:t>?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4. Hard </a:t>
            </a:r>
            <a:r>
              <a:rPr lang="pt-BR" sz="2400" dirty="0" err="1"/>
              <a:t>to</a:t>
            </a:r>
            <a:r>
              <a:rPr lang="pt-BR" sz="2400" dirty="0"/>
              <a:t> do </a:t>
            </a:r>
            <a:r>
              <a:rPr lang="pt-BR" sz="2400" dirty="0" err="1"/>
              <a:t>that</a:t>
            </a:r>
            <a:r>
              <a:rPr lang="pt-BR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5. </a:t>
            </a:r>
            <a:r>
              <a:rPr lang="pt-BR" sz="2400" dirty="0" err="1"/>
              <a:t>Wow</a:t>
            </a:r>
            <a:r>
              <a:rPr lang="pt-BR" sz="2400" dirty="0"/>
              <a:t>! </a:t>
            </a:r>
            <a:r>
              <a:rPr lang="pt-BR" sz="2400" dirty="0" err="1"/>
              <a:t>Awesome</a:t>
            </a:r>
            <a:r>
              <a:rPr lang="pt-BR" sz="2400" dirty="0"/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2070611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650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Abadi</vt:lpstr>
      <vt:lpstr>Aptos</vt:lpstr>
      <vt:lpstr>Aptos Display</vt:lpstr>
      <vt:lpstr>Arial</vt:lpstr>
      <vt:lpstr>Tema do Office</vt:lpstr>
      <vt:lpstr>Ellipsis and Substitution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CYBELLE CROCE ROCHA CRANE</dc:creator>
  <cp:lastModifiedBy>Cybelle Rocha</cp:lastModifiedBy>
  <cp:revision>2</cp:revision>
  <dcterms:created xsi:type="dcterms:W3CDTF">2025-05-07T22:44:36Z</dcterms:created>
  <dcterms:modified xsi:type="dcterms:W3CDTF">2026-02-10T22:21:35Z</dcterms:modified>
</cp:coreProperties>
</file>