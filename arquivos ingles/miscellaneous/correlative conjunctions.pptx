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CCA34-A438-EFA4-8C97-B57128446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53F0C1-700B-2BCB-BAAC-8145C6F54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FA0396-44E4-EFAA-8AB8-252A8561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0FC12D-7969-24E8-2B72-9939BBC4C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4BE18D-2ECF-6AC1-C065-73AE6DF8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78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BF6CC-1117-DF7F-0047-C07F333BD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1889E2-400C-6198-B5CA-60B55F5B8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503FBE-8D40-1504-557F-980B857E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8ECC19-7AA4-434F-A986-89045857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85BE81-A332-D12D-300F-CCB3B320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20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5A817-3CA7-18C0-E41E-9755D3C7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FAA845-8663-8FD5-8216-13BBA302B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0ECDE1-4D21-B666-94A0-81130340F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4CAEF2-ECB4-F118-A5AE-546BFC69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8CF056-65E8-50E7-BD7F-DE1D5C2A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33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D8D29-ED03-44F4-3907-9D6E3B1F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4B61EF-2D21-CBE9-19F3-AC4305A44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77BB99-E22E-F755-398D-7823CC387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1C1B9A-2120-5421-CF2D-876B7701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2D3269-4892-BCC6-6E76-D37C014E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A9BB55-C1C8-1D00-25A6-68C5D0137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49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1C25D-B020-55EA-C26A-F9C2460C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57BE88-4B3B-5251-78DC-7ED6F6C42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B04631-5192-23CF-2EF4-FBEDE6D1F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14760E8-212B-AB71-FC6D-90CA0C54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51AD2D-400C-8C2F-3D37-4E3FE32A2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FA56A68-F486-8B68-A787-B7768669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E54109-17AA-0C9A-97BC-0436B7C2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280DAFD-CF96-2C51-71B8-6475C3AE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83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375A2-4842-DBEA-A7D8-4131937E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60E4C4-AA79-6B38-A1D5-FDBF2AF8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BC9895-F0AA-DB8C-266D-2F21555E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B949B7-7246-410B-F96C-48697618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7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EB4FA5B-D3DA-59F9-9DBB-169AC260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F08615-817C-E5E7-28CC-E5012E1A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019929-EB26-ABF6-652E-463C43BD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00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2DF31-FE1C-2513-3ED0-80AC1D0A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130C8-B2D9-C5C9-CB1A-840C24DF2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C67E95-1E2F-C1E7-C15E-2845022B0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209CC7-EF86-77A2-ABC4-ED60E9CE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7E774F-F9BB-09EF-A00E-9E45FE7F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6C3C07-04D0-1BA1-66E8-90C434EC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722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146D6-3BC2-C0D9-57FA-23BDE7DE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8BBF20A-E79E-F8D6-7204-62434008D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C4E997-8235-4DAB-F924-0028A0844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0698B4-5287-7349-D9E8-BDFEF40B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DB6A34-5EA4-1317-96A6-CCEF3C6C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865A5E-956D-C567-5F82-ACFD754B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80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FC15-6E1F-59F8-1FD1-D24EA334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A4098B-31D5-1F2F-EC47-BA7ED01CD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632C91-E202-6DFA-FDC9-829FFD55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28D092-E875-DF5C-CD41-9A2DFF8D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45FD9D-F046-1EDA-0185-0159E0A5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11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5DADA0-B107-79EF-CCCB-834338A96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AFFE7A-C6FC-8BFA-5BF9-8E77CEE49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970740-E831-FC54-11A2-6657CEA9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C854FD-4FE5-477F-FFEE-B5D9F017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A99F2-08DA-1DE9-897E-B9202A82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89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99AC10-E6D5-66AF-96A1-2DA798533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163F09-A839-83B7-A8CC-685D70327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978502-B4E4-453E-2716-18C84D234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21EFA-F2ED-4BB1-BD10-3325CA0732D6}" type="datetimeFigureOut">
              <a:rPr lang="pt-BR" smtClean="0"/>
              <a:t>08/08/2024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FA552F-3476-95FE-4196-43D9DF1AB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2BDBE7-7B63-9483-2548-C317C1F78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1751A-0D80-4008-85C5-CEAF90B38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56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ether or If - The English Bureau">
            <a:extLst>
              <a:ext uri="{FF2B5EF4-FFF2-40B4-BE49-F238E27FC236}">
                <a16:creationId xmlns:a16="http://schemas.microsoft.com/office/drawing/2014/main" id="{B8A6E12E-8F7C-F7A5-A35F-5A970479AE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5" b="4416"/>
          <a:stretch/>
        </p:blipFill>
        <p:spPr bwMode="auto">
          <a:xfrm>
            <a:off x="3499192" y="68826"/>
            <a:ext cx="5762796" cy="674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82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rrelative Conjunctions | Not only But also, Neither nor, Whether or,  Rather or... - ESL Grammar">
            <a:extLst>
              <a:ext uri="{FF2B5EF4-FFF2-40B4-BE49-F238E27FC236}">
                <a16:creationId xmlns:a16="http://schemas.microsoft.com/office/drawing/2014/main" id="{68A1D351-A2D3-5D10-2DB5-E23C56C851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" t="24986" r="2413" b="3368"/>
          <a:stretch/>
        </p:blipFill>
        <p:spPr bwMode="auto">
          <a:xfrm>
            <a:off x="2595717" y="176980"/>
            <a:ext cx="7371926" cy="666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25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A14A08-B492-67AA-EBA9-55335A54384A}"/>
              </a:ext>
            </a:extLst>
          </p:cNvPr>
          <p:cNvSpPr txBox="1"/>
          <p:nvPr/>
        </p:nvSpPr>
        <p:spPr>
          <a:xfrm>
            <a:off x="589935" y="991558"/>
            <a:ext cx="10668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  <a:t>Complete each sentence using the correct correlative conjunction.</a:t>
            </a:r>
          </a:p>
          <a:p>
            <a:pPr algn="ctr"/>
            <a:endParaRPr lang="en-US" b="0" i="0" dirty="0">
              <a:effectLst/>
              <a:highlight>
                <a:srgbClr val="FFFFFF"/>
              </a:highlight>
              <a:latin typeface="Ubuntu" panose="020F0502020204030204" pitchFamily="34" charset="0"/>
            </a:endParaRPr>
          </a:p>
          <a:p>
            <a:pPr algn="l"/>
            <a:endParaRPr lang="en-US" b="0" i="0" dirty="0">
              <a:effectLst/>
              <a:highlight>
                <a:srgbClr val="FFFFFF"/>
              </a:highlight>
              <a:latin typeface="Ubuntu" panose="020F0502020204030204" pitchFamily="34" charset="0"/>
            </a:endParaRPr>
          </a:p>
          <a:p>
            <a:pPr marL="342900" indent="-342900" algn="l">
              <a:buAutoNum type="arabicPeriod"/>
            </a:pPr>
            <a: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  <a:t>___ I go swimming, ___ I will go hiking.</a:t>
            </a:r>
          </a:p>
          <a:p>
            <a:pPr algn="l"/>
            <a:b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</a:br>
            <a: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  <a:t>2. She ___ likes cats ___ dogs.</a:t>
            </a:r>
          </a:p>
          <a:p>
            <a:pPr algn="l"/>
            <a:b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</a:br>
            <a: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  <a:t>3. My brother ___ remembers his past well ___ cannot recall yesterday's events.</a:t>
            </a:r>
          </a:p>
          <a:p>
            <a:pPr algn="l"/>
            <a:b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</a:br>
            <a: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  <a:t>4. He _ only likes outdoor sports ___ cannot stand indoor games.</a:t>
            </a:r>
          </a:p>
          <a:p>
            <a:pPr algn="l"/>
            <a:b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</a:br>
            <a: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  <a:t>5. ___ we secure a place in the college, ___ we will have to look for alternatives.</a:t>
            </a:r>
          </a:p>
          <a:p>
            <a:pPr algn="l"/>
            <a:endParaRPr lang="en-US" dirty="0">
              <a:highlight>
                <a:srgbClr val="FFFFFF"/>
              </a:highlight>
              <a:latin typeface="Ubuntu" panose="020F0502020204030204" pitchFamily="34" charset="0"/>
            </a:endParaRPr>
          </a:p>
          <a:p>
            <a:r>
              <a:rPr lang="en-US" b="0" i="0" dirty="0">
                <a:effectLst/>
                <a:highlight>
                  <a:srgbClr val="FFFFFF"/>
                </a:highlight>
                <a:latin typeface="Ubuntu" panose="020F0502020204030204" pitchFamily="34" charset="0"/>
              </a:rPr>
              <a:t>6. </a:t>
            </a:r>
            <a:r>
              <a:rPr lang="en-US" dirty="0">
                <a:highlight>
                  <a:srgbClr val="FFFFFF"/>
                </a:highlight>
                <a:latin typeface="Ubuntu" panose="020B0504030602030204" pitchFamily="34" charset="0"/>
              </a:rPr>
              <a:t>___</a:t>
            </a:r>
            <a:r>
              <a:rPr lang="en-US" b="0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 the </a:t>
            </a:r>
            <a:r>
              <a:rPr lang="en-US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teacher </a:t>
            </a:r>
            <a:r>
              <a:rPr lang="en-US" dirty="0">
                <a:highlight>
                  <a:srgbClr val="FFFFFF"/>
                </a:highlight>
                <a:latin typeface="Ubuntu" panose="020B0504030602030204" pitchFamily="34" charset="0"/>
              </a:rPr>
              <a:t>___</a:t>
            </a:r>
            <a:r>
              <a:rPr lang="en-US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 </a:t>
            </a:r>
            <a:r>
              <a:rPr lang="en-US" b="0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the students were prepared for the principal’s visit.</a:t>
            </a:r>
          </a:p>
          <a:p>
            <a:endParaRPr lang="en-US" dirty="0">
              <a:highlight>
                <a:srgbClr val="FFFFFF"/>
              </a:highlight>
              <a:latin typeface="Ubuntu" panose="020B0504030602030204" pitchFamily="34" charset="0"/>
            </a:endParaRPr>
          </a:p>
          <a:p>
            <a:r>
              <a:rPr lang="en-US" b="0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7. I can’t decide</a:t>
            </a:r>
            <a:r>
              <a:rPr lang="en-US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 </a:t>
            </a:r>
            <a:r>
              <a:rPr lang="en-US" dirty="0">
                <a:highlight>
                  <a:srgbClr val="FFFFFF"/>
                </a:highlight>
                <a:latin typeface="Ubuntu" panose="020B0504030602030204" pitchFamily="34" charset="0"/>
              </a:rPr>
              <a:t>___</a:t>
            </a:r>
            <a:r>
              <a:rPr lang="en-US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 </a:t>
            </a:r>
            <a:r>
              <a:rPr lang="en-US" b="0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to buy the TV </a:t>
            </a:r>
            <a:r>
              <a:rPr lang="en-US" dirty="0">
                <a:highlight>
                  <a:srgbClr val="FFFFFF"/>
                </a:highlight>
                <a:latin typeface="Ubuntu" panose="020B0504030602030204" pitchFamily="34" charset="0"/>
              </a:rPr>
              <a:t>___</a:t>
            </a:r>
            <a:r>
              <a:rPr lang="en-US" b="1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 </a:t>
            </a:r>
            <a:r>
              <a:rPr lang="en-US" b="0" i="0" dirty="0">
                <a:effectLst/>
                <a:highlight>
                  <a:srgbClr val="FFFFFF"/>
                </a:highlight>
                <a:latin typeface="Ubuntu" panose="020B0504030602030204" pitchFamily="34" charset="0"/>
              </a:rPr>
              <a:t>wait until the new model comes out.</a:t>
            </a:r>
          </a:p>
          <a:p>
            <a:pPr algn="l"/>
            <a:endParaRPr lang="en-US" b="0" i="0" dirty="0">
              <a:effectLst/>
              <a:highlight>
                <a:srgbClr val="FFFFFF"/>
              </a:highlight>
              <a:latin typeface="Ubuntu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0506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Ubuntu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CYBELLE CROCE ROCHA CRANE</dc:creator>
  <cp:lastModifiedBy>CYBELLE CROCE ROCHA CRANE</cp:lastModifiedBy>
  <cp:revision>1</cp:revision>
  <dcterms:created xsi:type="dcterms:W3CDTF">2024-08-08T08:33:39Z</dcterms:created>
  <dcterms:modified xsi:type="dcterms:W3CDTF">2024-08-08T08:43:03Z</dcterms:modified>
</cp:coreProperties>
</file>