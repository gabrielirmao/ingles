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46A2E1-13BE-4556-F64B-5434062F06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150E138-4CF5-98FE-281F-865FA6C085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B7199D2-A7CE-5E11-765F-E9C30EAE7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48B57-69BA-4854-8CB1-2F824A209462}" type="datetimeFigureOut">
              <a:rPr lang="pt-BR" smtClean="0"/>
              <a:t>17/08/2025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F47C36C-CFBD-3E89-C8DF-8B9422D41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BC3E656-BC52-8408-1A3A-293AF7FB1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665C7-44E1-475D-AA99-575411EB2B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6084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79341E-82C7-DC7A-5CDC-8AD72A747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FFFAFD-CD88-F79B-C5DA-09C2EFB38C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DB097E6-DF7C-D135-2033-D2AD78EF1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48B57-69BA-4854-8CB1-2F824A209462}" type="datetimeFigureOut">
              <a:rPr lang="pt-BR" smtClean="0"/>
              <a:t>17/08/2025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36D4C03-8607-8012-7EC8-C87129641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FD96154-D2D0-2241-01A4-DDDFAF7A3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665C7-44E1-475D-AA99-575411EB2B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8638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0662C1-2215-6007-80BA-8BA26DF92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253E685-8D41-4024-6F03-658C4F9A75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FA94DA0-2FBE-EE58-3839-D76D06CA4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48B57-69BA-4854-8CB1-2F824A209462}" type="datetimeFigureOut">
              <a:rPr lang="pt-BR" smtClean="0"/>
              <a:t>17/08/2025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819FAA-9BB8-78E0-4058-36B3006FD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742C00E-8F33-32D4-7FAA-C947628FD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665C7-44E1-475D-AA99-575411EB2B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0944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1037E2-82E9-F18B-4E3B-A1017986F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58D368-747E-6319-D167-1DC5627F68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651BC62-9D2E-092B-C94C-CD616179EB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35B23F9-15FE-235E-0900-772A4CFAF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48B57-69BA-4854-8CB1-2F824A209462}" type="datetimeFigureOut">
              <a:rPr lang="pt-BR" smtClean="0"/>
              <a:t>17/08/2025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24F5C03-C949-3F93-61C7-997F02227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736A219-9D97-E60C-66FF-8F475D884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665C7-44E1-475D-AA99-575411EB2B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2706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1B0FA0-FA48-BC1C-F488-63CF92292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2519F36-7563-3FC5-BB30-3587382D8B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3FC2D3A-925E-112F-2363-A5838B56F7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85C4AEB-D73E-AAF5-BF34-D8FC39548D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DA394C5-9308-CAC7-1E6B-09BFE4BAB6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D654D06-89FC-AE7D-1671-001B9FAA0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48B57-69BA-4854-8CB1-2F824A209462}" type="datetimeFigureOut">
              <a:rPr lang="pt-BR" smtClean="0"/>
              <a:t>17/08/2025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315B00B-87DA-8183-4DBC-F84A29638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E88CC3E-ED55-7D9B-3EC7-6B7A9633F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665C7-44E1-475D-AA99-575411EB2B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7668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20E329-CEAF-A832-520B-2C88D3717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0E99E60-9D3F-B945-1815-3B543B942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48B57-69BA-4854-8CB1-2F824A209462}" type="datetimeFigureOut">
              <a:rPr lang="pt-BR" smtClean="0"/>
              <a:t>17/08/2025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5CE726B-3465-80E4-7DE3-B2C4940F6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86A42E0-B792-147D-61F5-97B2D673A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665C7-44E1-475D-AA99-575411EB2B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3998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3181333-8646-1EE0-C093-2398475E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48B57-69BA-4854-8CB1-2F824A209462}" type="datetimeFigureOut">
              <a:rPr lang="pt-BR" smtClean="0"/>
              <a:t>17/08/2025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0B1616C-6C6A-B964-C17F-A3EFD3982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3E6224A-5C79-595D-25DB-EA2876232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665C7-44E1-475D-AA99-575411EB2B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0654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DE344D-A9C9-5E7C-930F-0404E402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51AFB07-93D0-643B-809F-5E1783ADB0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865AA43-95E6-F0AB-C609-C0B2F99DD5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CBE59CE-B155-08FB-3214-C36F8A200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48B57-69BA-4854-8CB1-2F824A209462}" type="datetimeFigureOut">
              <a:rPr lang="pt-BR" smtClean="0"/>
              <a:t>17/08/2025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9409B1E-CD78-FD16-1635-803CEA367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DB7A911-DAE1-F825-25F4-DEC8866A2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665C7-44E1-475D-AA99-575411EB2B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0350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A017D0-D7E0-06D0-9A1C-F9C18EC66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D2D4DC4-AE21-3939-5797-E9F3D25A8F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1C1BAED-7D32-879A-B436-34CDDA646F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5261D97-0769-C61D-298B-3E45D6DC8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48B57-69BA-4854-8CB1-2F824A209462}" type="datetimeFigureOut">
              <a:rPr lang="pt-BR" smtClean="0"/>
              <a:t>17/08/2025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B563F82-6E64-7CD0-1DD3-55F5E796F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43F9738-5B36-1502-25DA-3D27195B0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665C7-44E1-475D-AA99-575411EB2B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1069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309F16-A2ED-AE46-5296-FAE145C50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5A60FBE-3935-136E-16D1-2B1FE3B08D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E277B8-EF9C-25D8-3172-8A50E2373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48B57-69BA-4854-8CB1-2F824A209462}" type="datetimeFigureOut">
              <a:rPr lang="pt-BR" smtClean="0"/>
              <a:t>17/08/2025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71BF57C-4D15-D15B-01D5-B96B3DEF4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4E1EE69-5536-9D05-45D6-0DA004CF0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665C7-44E1-475D-AA99-575411EB2B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1735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09224A3-340B-62FA-5230-69621FD3B6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A98A8A9-08A0-F201-52D6-7D254DF1CA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4669D7-70D2-ABAB-4AAA-728E131C2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48B57-69BA-4854-8CB1-2F824A209462}" type="datetimeFigureOut">
              <a:rPr lang="pt-BR" smtClean="0"/>
              <a:t>17/08/2025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EC421D8-B57C-BDD5-37EC-03A4603DC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01F3BEA-6541-4BB4-1FA6-EA1AA1C24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665C7-44E1-475D-AA99-575411EB2B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7743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DA5A0DD-739C-A440-1C48-1400BBCBE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C2EF8E9-57D7-68B9-7858-B73CA4253C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405C936-E5E5-54A9-8C29-32CA93E1A9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448B57-69BA-4854-8CB1-2F824A209462}" type="datetimeFigureOut">
              <a:rPr lang="pt-BR" smtClean="0"/>
              <a:t>17/08/2025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031E498-DC31-E7F3-73D6-4E9495D987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B7A835C-59FB-2207-EDDC-C46A601B9D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C665C7-44E1-475D-AA99-575411EB2B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0641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889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agem 1" descr="Texto&#10;&#10;O conteúdo gerado por IA pode estar incorreto.">
            <a:extLst>
              <a:ext uri="{FF2B5EF4-FFF2-40B4-BE49-F238E27FC236}">
                <a16:creationId xmlns:a16="http://schemas.microsoft.com/office/drawing/2014/main" id="{5C0A482F-D582-4755-C45E-5B0B49A162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471" t="24906" r="20787" b="14562"/>
          <a:stretch>
            <a:fillRect/>
          </a:stretch>
        </p:blipFill>
        <p:spPr bwMode="auto">
          <a:xfrm>
            <a:off x="963141" y="643467"/>
            <a:ext cx="10265717" cy="5571066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546257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269052A-A8E0-1E90-EEFD-DED40F9EDBF7}"/>
              </a:ext>
            </a:extLst>
          </p:cNvPr>
          <p:cNvSpPr txBox="1"/>
          <p:nvPr/>
        </p:nvSpPr>
        <p:spPr>
          <a:xfrm>
            <a:off x="847583" y="1153886"/>
            <a:ext cx="10843674" cy="66479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pt-BR" sz="2400" dirty="0" err="1">
                <a:latin typeface="Amasis MT Pro Medium" panose="02040604050005020304" pitchFamily="18" charset="0"/>
              </a:rPr>
              <a:t>If</a:t>
            </a:r>
            <a:r>
              <a:rPr lang="pt-BR" sz="2400" dirty="0">
                <a:latin typeface="Amasis MT Pro Medium" panose="02040604050005020304" pitchFamily="18" charset="0"/>
              </a:rPr>
              <a:t> </a:t>
            </a:r>
            <a:r>
              <a:rPr lang="pt-BR" sz="2400" dirty="0" err="1">
                <a:latin typeface="Amasis MT Pro Medium" panose="02040604050005020304" pitchFamily="18" charset="0"/>
              </a:rPr>
              <a:t>the</a:t>
            </a:r>
            <a:r>
              <a:rPr lang="pt-BR" sz="2400" dirty="0">
                <a:latin typeface="Amasis MT Pro Medium" panose="02040604050005020304" pitchFamily="18" charset="0"/>
              </a:rPr>
              <a:t> </a:t>
            </a:r>
            <a:r>
              <a:rPr lang="pt-BR" sz="2400" dirty="0" err="1">
                <a:latin typeface="Amasis MT Pro Medium" panose="02040604050005020304" pitchFamily="18" charset="0"/>
              </a:rPr>
              <a:t>primary</a:t>
            </a:r>
            <a:r>
              <a:rPr lang="pt-BR" sz="2400" dirty="0">
                <a:latin typeface="Amasis MT Pro Medium" panose="02040604050005020304" pitchFamily="18" charset="0"/>
              </a:rPr>
              <a:t> </a:t>
            </a:r>
            <a:r>
              <a:rPr lang="pt-BR" sz="2400" dirty="0" err="1">
                <a:latin typeface="Amasis MT Pro Medium" panose="02040604050005020304" pitchFamily="18" charset="0"/>
              </a:rPr>
              <a:t>objective</a:t>
            </a:r>
            <a:r>
              <a:rPr lang="pt-BR" sz="2400" dirty="0">
                <a:latin typeface="Amasis MT Pro Medium" panose="02040604050005020304" pitchFamily="18" charset="0"/>
              </a:rPr>
              <a:t> </a:t>
            </a:r>
            <a:r>
              <a:rPr lang="pt-BR" sz="2400" dirty="0" err="1">
                <a:latin typeface="Amasis MT Pro Medium" panose="02040604050005020304" pitchFamily="18" charset="0"/>
              </a:rPr>
              <a:t>is</a:t>
            </a:r>
            <a:r>
              <a:rPr lang="pt-BR" sz="2400" dirty="0">
                <a:latin typeface="Amasis MT Pro Medium" panose="02040604050005020304" pitchFamily="18" charset="0"/>
              </a:rPr>
              <a:t> </a:t>
            </a:r>
            <a:r>
              <a:rPr lang="pt-BR" sz="2400" dirty="0" err="1">
                <a:latin typeface="Amasis MT Pro Medium" panose="02040604050005020304" pitchFamily="18" charset="0"/>
              </a:rPr>
              <a:t>to</a:t>
            </a:r>
            <a:r>
              <a:rPr lang="pt-BR" sz="2400" dirty="0">
                <a:latin typeface="Amasis MT Pro Medium" panose="02040604050005020304" pitchFamily="18" charset="0"/>
              </a:rPr>
              <a:t>  </a:t>
            </a:r>
            <a:r>
              <a:rPr lang="pt-BR" sz="2400" dirty="0" err="1">
                <a:latin typeface="Amasis MT Pro Medium" panose="02040604050005020304" pitchFamily="18" charset="0"/>
              </a:rPr>
              <a:t>assess</a:t>
            </a:r>
            <a:r>
              <a:rPr lang="pt-BR" sz="2400" dirty="0">
                <a:latin typeface="Amasis MT Pro Medium" panose="02040604050005020304" pitchFamily="18" charset="0"/>
              </a:rPr>
              <a:t> </a:t>
            </a:r>
            <a:r>
              <a:rPr lang="pt-BR" sz="2400" dirty="0" err="1">
                <a:latin typeface="Amasis MT Pro Medium" panose="02040604050005020304" pitchFamily="18" charset="0"/>
              </a:rPr>
              <a:t>the</a:t>
            </a:r>
            <a:r>
              <a:rPr lang="pt-BR" sz="2400" dirty="0">
                <a:latin typeface="Amasis MT Pro Medium" panose="02040604050005020304" pitchFamily="18" charset="0"/>
              </a:rPr>
              <a:t> </a:t>
            </a:r>
            <a:r>
              <a:rPr lang="pt-BR" sz="2400" dirty="0" err="1">
                <a:latin typeface="Amasis MT Pro Medium" panose="02040604050005020304" pitchFamily="18" charset="0"/>
              </a:rPr>
              <a:t>extent</a:t>
            </a:r>
            <a:r>
              <a:rPr lang="pt-BR" sz="2400" dirty="0">
                <a:latin typeface="Amasis MT Pro Medium" panose="02040604050005020304" pitchFamily="18" charset="0"/>
              </a:rPr>
              <a:t> data </a:t>
            </a:r>
            <a:r>
              <a:rPr lang="pt-BR" sz="2400" dirty="0" err="1">
                <a:latin typeface="Amasis MT Pro Medium" panose="02040604050005020304" pitchFamily="18" charset="0"/>
              </a:rPr>
              <a:t>driven</a:t>
            </a:r>
            <a:r>
              <a:rPr lang="pt-BR" sz="2400" dirty="0">
                <a:latin typeface="Amasis MT Pro Medium" panose="02040604050005020304" pitchFamily="18" charset="0"/>
              </a:rPr>
              <a:t> </a:t>
            </a:r>
            <a:r>
              <a:rPr lang="pt-BR" sz="2400" dirty="0" err="1">
                <a:latin typeface="Amasis MT Pro Medium" panose="02040604050005020304" pitchFamily="18" charset="0"/>
              </a:rPr>
              <a:t>strategies</a:t>
            </a:r>
            <a:r>
              <a:rPr lang="pt-BR" sz="2400" dirty="0">
                <a:latin typeface="Amasis MT Pro Medium" panose="02040604050005020304" pitchFamily="18" charset="0"/>
              </a:rPr>
              <a:t> </a:t>
            </a:r>
            <a:r>
              <a:rPr lang="pt-BR" sz="2400" dirty="0" err="1">
                <a:latin typeface="Amasis MT Pro Medium" panose="02040604050005020304" pitchFamily="18" charset="0"/>
              </a:rPr>
              <a:t>influence</a:t>
            </a:r>
            <a:r>
              <a:rPr lang="pt-BR" sz="2400" dirty="0">
                <a:latin typeface="Amasis MT Pro Medium" panose="02040604050005020304" pitchFamily="18" charset="0"/>
              </a:rPr>
              <a:t> business </a:t>
            </a:r>
            <a:r>
              <a:rPr lang="pt-BR" sz="2400" dirty="0" err="1">
                <a:latin typeface="Amasis MT Pro Medium" panose="02040604050005020304" pitchFamily="18" charset="0"/>
              </a:rPr>
              <a:t>perfomances</a:t>
            </a:r>
            <a:r>
              <a:rPr lang="pt-BR" sz="2400" dirty="0">
                <a:latin typeface="Amasis MT Pro Medium" panose="02040604050005020304" pitchFamily="18" charset="0"/>
              </a:rPr>
              <a:t>, </a:t>
            </a:r>
            <a:r>
              <a:rPr lang="pt-BR" sz="2400" dirty="0" err="1">
                <a:latin typeface="Amasis MT Pro Medium" panose="02040604050005020304" pitchFamily="18" charset="0"/>
              </a:rPr>
              <a:t>what</a:t>
            </a:r>
            <a:r>
              <a:rPr lang="pt-BR" sz="2400" dirty="0">
                <a:latin typeface="Amasis MT Pro Medium" panose="02040604050005020304" pitchFamily="18" charset="0"/>
              </a:rPr>
              <a:t> </a:t>
            </a:r>
            <a:r>
              <a:rPr lang="pt-BR" sz="2400" dirty="0" err="1">
                <a:latin typeface="Amasis MT Pro Medium" panose="02040604050005020304" pitchFamily="18" charset="0"/>
              </a:rPr>
              <a:t>is</a:t>
            </a:r>
            <a:r>
              <a:rPr lang="pt-BR" sz="2400" dirty="0">
                <a:latin typeface="Amasis MT Pro Medium" panose="02040604050005020304" pitchFamily="18" charset="0"/>
              </a:rPr>
              <a:t> </a:t>
            </a:r>
            <a:r>
              <a:rPr lang="pt-BR" sz="2400" dirty="0" err="1">
                <a:latin typeface="Amasis MT Pro Medium" panose="02040604050005020304" pitchFamily="18" charset="0"/>
              </a:rPr>
              <a:t>the</a:t>
            </a:r>
            <a:r>
              <a:rPr lang="pt-BR" sz="2400" dirty="0">
                <a:latin typeface="Amasis MT Pro Medium" panose="02040604050005020304" pitchFamily="18" charset="0"/>
              </a:rPr>
              <a:t> </a:t>
            </a:r>
            <a:r>
              <a:rPr lang="pt-BR" sz="2400" dirty="0" err="1">
                <a:latin typeface="Amasis MT Pro Medium" panose="02040604050005020304" pitchFamily="18" charset="0"/>
              </a:rPr>
              <a:t>secondary</a:t>
            </a:r>
            <a:r>
              <a:rPr lang="pt-BR" sz="2400" dirty="0">
                <a:latin typeface="Amasis MT Pro Medium" panose="02040604050005020304" pitchFamily="18" charset="0"/>
              </a:rPr>
              <a:t> </a:t>
            </a:r>
            <a:r>
              <a:rPr lang="pt-BR" sz="2400" dirty="0" err="1">
                <a:latin typeface="Amasis MT Pro Medium" panose="02040604050005020304" pitchFamily="18" charset="0"/>
              </a:rPr>
              <a:t>one</a:t>
            </a:r>
            <a:r>
              <a:rPr lang="pt-BR" sz="2400" dirty="0">
                <a:latin typeface="Amasis MT Pro Medium" panose="02040604050005020304" pitchFamily="18" charset="0"/>
              </a:rPr>
              <a:t>?</a:t>
            </a:r>
          </a:p>
          <a:p>
            <a:pPr marL="342900" indent="-342900">
              <a:buAutoNum type="arabicPeriod"/>
            </a:pPr>
            <a:endParaRPr lang="pt-BR" sz="2400" dirty="0">
              <a:latin typeface="Amasis MT Pro Medium" panose="02040604050005020304" pitchFamily="18" charset="0"/>
            </a:endParaRPr>
          </a:p>
          <a:p>
            <a:pPr marL="342900" indent="-342900">
              <a:buAutoNum type="arabicPeriod"/>
            </a:pPr>
            <a:r>
              <a:rPr lang="pt-BR" sz="2400" dirty="0" err="1">
                <a:latin typeface="Amasis MT Pro Medium" panose="02040604050005020304" pitchFamily="18" charset="0"/>
              </a:rPr>
              <a:t>Can</a:t>
            </a:r>
            <a:r>
              <a:rPr lang="pt-BR" sz="2400" dirty="0">
                <a:latin typeface="Amasis MT Pro Medium" panose="02040604050005020304" pitchFamily="18" charset="0"/>
              </a:rPr>
              <a:t> </a:t>
            </a:r>
            <a:r>
              <a:rPr lang="pt-BR" sz="2400" dirty="0" err="1">
                <a:latin typeface="Amasis MT Pro Medium" panose="02040604050005020304" pitchFamily="18" charset="0"/>
              </a:rPr>
              <a:t>you</a:t>
            </a:r>
            <a:r>
              <a:rPr lang="pt-BR" sz="2400" dirty="0">
                <a:latin typeface="Amasis MT Pro Medium" panose="02040604050005020304" pitchFamily="18" charset="0"/>
              </a:rPr>
              <a:t> </a:t>
            </a:r>
            <a:r>
              <a:rPr lang="pt-BR" sz="2400" dirty="0" err="1">
                <a:latin typeface="Amasis MT Pro Medium" panose="02040604050005020304" pitchFamily="18" charset="0"/>
              </a:rPr>
              <a:t>replace</a:t>
            </a:r>
            <a:r>
              <a:rPr lang="pt-BR" sz="2400" dirty="0">
                <a:latin typeface="Amasis MT Pro Medium" panose="02040604050005020304" pitchFamily="18" charset="0"/>
              </a:rPr>
              <a:t> </a:t>
            </a:r>
            <a:r>
              <a:rPr lang="pt-BR" sz="2400" dirty="0" err="1">
                <a:latin typeface="Amasis MT Pro Medium" panose="02040604050005020304" pitchFamily="18" charset="0"/>
              </a:rPr>
              <a:t>such</a:t>
            </a:r>
            <a:r>
              <a:rPr lang="pt-BR" sz="2400" dirty="0">
                <a:latin typeface="Amasis MT Pro Medium" panose="02040604050005020304" pitchFamily="18" charset="0"/>
              </a:rPr>
              <a:t> as </a:t>
            </a:r>
            <a:r>
              <a:rPr lang="pt-BR" sz="2400" dirty="0" err="1">
                <a:latin typeface="Amasis MT Pro Medium" panose="02040604050005020304" pitchFamily="18" charset="0"/>
              </a:rPr>
              <a:t>to</a:t>
            </a:r>
            <a:r>
              <a:rPr lang="pt-BR" sz="2400" dirty="0">
                <a:latin typeface="Amasis MT Pro Medium" panose="02040604050005020304" pitchFamily="18" charset="0"/>
              </a:rPr>
              <a:t> </a:t>
            </a:r>
            <a:r>
              <a:rPr lang="pt-BR" sz="2400" dirty="0" err="1">
                <a:latin typeface="Amasis MT Pro Medium" panose="02040604050005020304" pitchFamily="18" charset="0"/>
              </a:rPr>
              <a:t>another</a:t>
            </a:r>
            <a:r>
              <a:rPr lang="pt-BR" sz="2400" dirty="0">
                <a:latin typeface="Amasis MT Pro Medium" panose="02040604050005020304" pitchFamily="18" charset="0"/>
              </a:rPr>
              <a:t> </a:t>
            </a:r>
            <a:r>
              <a:rPr lang="pt-BR" sz="2400" dirty="0" err="1">
                <a:latin typeface="Amasis MT Pro Medium" panose="02040604050005020304" pitchFamily="18" charset="0"/>
              </a:rPr>
              <a:t>connective</a:t>
            </a:r>
            <a:r>
              <a:rPr lang="pt-BR" sz="2400" dirty="0">
                <a:latin typeface="Amasis MT Pro Medium" panose="02040604050005020304" pitchFamily="18" charset="0"/>
              </a:rPr>
              <a:t>? </a:t>
            </a:r>
            <a:r>
              <a:rPr lang="pt-BR" sz="2400" dirty="0" err="1">
                <a:latin typeface="Amasis MT Pro Medium" panose="02040604050005020304" pitchFamily="18" charset="0"/>
              </a:rPr>
              <a:t>Which</a:t>
            </a:r>
            <a:r>
              <a:rPr lang="pt-BR" sz="2400" dirty="0">
                <a:latin typeface="Amasis MT Pro Medium" panose="02040604050005020304" pitchFamily="18" charset="0"/>
              </a:rPr>
              <a:t> </a:t>
            </a:r>
            <a:r>
              <a:rPr lang="pt-BR" sz="2400" dirty="0" err="1">
                <a:latin typeface="Amasis MT Pro Medium" panose="02040604050005020304" pitchFamily="18" charset="0"/>
              </a:rPr>
              <a:t>one</a:t>
            </a:r>
            <a:r>
              <a:rPr lang="pt-BR" sz="2400" dirty="0">
                <a:latin typeface="Amasis MT Pro Medium" panose="02040604050005020304" pitchFamily="18" charset="0"/>
              </a:rPr>
              <a:t> </a:t>
            </a:r>
            <a:r>
              <a:rPr lang="pt-BR" sz="2400" dirty="0" err="1">
                <a:latin typeface="Amasis MT Pro Medium" panose="02040604050005020304" pitchFamily="18" charset="0"/>
              </a:rPr>
              <a:t>would</a:t>
            </a:r>
            <a:r>
              <a:rPr lang="pt-BR" sz="2400" dirty="0">
                <a:latin typeface="Amasis MT Pro Medium" panose="02040604050005020304" pitchFamily="18" charset="0"/>
              </a:rPr>
              <a:t> </a:t>
            </a:r>
            <a:r>
              <a:rPr lang="pt-BR" sz="2400" dirty="0" err="1">
                <a:latin typeface="Amasis MT Pro Medium" panose="02040604050005020304" pitchFamily="18" charset="0"/>
              </a:rPr>
              <a:t>you</a:t>
            </a:r>
            <a:r>
              <a:rPr lang="pt-BR" sz="2400" dirty="0">
                <a:latin typeface="Amasis MT Pro Medium" panose="02040604050005020304" pitchFamily="18" charset="0"/>
              </a:rPr>
              <a:t> use?</a:t>
            </a:r>
          </a:p>
          <a:p>
            <a:pPr marL="342900" indent="-342900">
              <a:buAutoNum type="arabicPeriod"/>
            </a:pPr>
            <a:endParaRPr lang="pt-BR" sz="2400" dirty="0">
              <a:latin typeface="Amasis MT Pro Medium" panose="02040604050005020304" pitchFamily="18" charset="0"/>
            </a:endParaRPr>
          </a:p>
          <a:p>
            <a:pPr marL="342900" indent="-342900">
              <a:buAutoNum type="arabicPeriod"/>
            </a:pPr>
            <a:r>
              <a:rPr lang="pt-BR" sz="2400" dirty="0" err="1">
                <a:latin typeface="Amasis MT Pro Medium" panose="02040604050005020304" pitchFamily="18" charset="0"/>
              </a:rPr>
              <a:t>What</a:t>
            </a:r>
            <a:r>
              <a:rPr lang="pt-BR" sz="2400" dirty="0">
                <a:latin typeface="Amasis MT Pro Medium" panose="02040604050005020304" pitchFamily="18" charset="0"/>
              </a:rPr>
              <a:t> </a:t>
            </a:r>
            <a:r>
              <a:rPr lang="pt-BR" sz="2400" dirty="0" err="1">
                <a:latin typeface="Amasis MT Pro Medium" panose="02040604050005020304" pitchFamily="18" charset="0"/>
              </a:rPr>
              <a:t>is</a:t>
            </a:r>
            <a:r>
              <a:rPr lang="pt-BR" sz="2400" dirty="0">
                <a:latin typeface="Amasis MT Pro Medium" panose="02040604050005020304" pitchFamily="18" charset="0"/>
              </a:rPr>
              <a:t> </a:t>
            </a:r>
            <a:r>
              <a:rPr lang="pt-BR" sz="2400" dirty="0" err="1">
                <a:latin typeface="Amasis MT Pro Medium" panose="02040604050005020304" pitchFamily="18" charset="0"/>
              </a:rPr>
              <a:t>the</a:t>
            </a:r>
            <a:r>
              <a:rPr lang="pt-BR" sz="2400" dirty="0">
                <a:latin typeface="Amasis MT Pro Medium" panose="02040604050005020304" pitchFamily="18" charset="0"/>
              </a:rPr>
              <a:t> </a:t>
            </a:r>
            <a:r>
              <a:rPr lang="pt-BR" sz="2400" dirty="0" err="1">
                <a:latin typeface="Amasis MT Pro Medium" panose="02040604050005020304" pitchFamily="18" charset="0"/>
              </a:rPr>
              <a:t>meaning</a:t>
            </a:r>
            <a:r>
              <a:rPr lang="pt-BR" sz="2400" dirty="0">
                <a:latin typeface="Amasis MT Pro Medium" panose="02040604050005020304" pitchFamily="18" charset="0"/>
              </a:rPr>
              <a:t> </a:t>
            </a:r>
            <a:r>
              <a:rPr lang="pt-BR" sz="2400" dirty="0" err="1">
                <a:latin typeface="Amasis MT Pro Medium" panose="02040604050005020304" pitchFamily="18" charset="0"/>
              </a:rPr>
              <a:t>of</a:t>
            </a:r>
            <a:r>
              <a:rPr lang="pt-BR" sz="2400" dirty="0">
                <a:latin typeface="Amasis MT Pro Medium" panose="02040604050005020304" pitchFamily="18" charset="0"/>
              </a:rPr>
              <a:t> </a:t>
            </a:r>
            <a:r>
              <a:rPr lang="pt-BR" sz="2400" dirty="0" err="1">
                <a:latin typeface="Amasis MT Pro Medium" panose="02040604050005020304" pitchFamily="18" charset="0"/>
              </a:rPr>
              <a:t>the</a:t>
            </a:r>
            <a:r>
              <a:rPr lang="pt-BR" sz="2400" dirty="0">
                <a:latin typeface="Amasis MT Pro Medium" panose="02040604050005020304" pitchFamily="18" charset="0"/>
              </a:rPr>
              <a:t> </a:t>
            </a:r>
            <a:r>
              <a:rPr lang="pt-BR" sz="2400" dirty="0" err="1">
                <a:latin typeface="Amasis MT Pro Medium" panose="02040604050005020304" pitchFamily="18" charset="0"/>
              </a:rPr>
              <a:t>sentence</a:t>
            </a:r>
            <a:r>
              <a:rPr lang="pt-BR" sz="2400" dirty="0">
                <a:latin typeface="Amasis MT Pro Medium" panose="02040604050005020304" pitchFamily="18" charset="0"/>
              </a:rPr>
              <a:t> “</a:t>
            </a:r>
            <a:r>
              <a:rPr lang="pt-BR" sz="2400" dirty="0" err="1">
                <a:latin typeface="Amasis MT Pro Medium" panose="02040604050005020304" pitchFamily="18" charset="0"/>
              </a:rPr>
              <a:t>This</a:t>
            </a:r>
            <a:r>
              <a:rPr lang="pt-BR" sz="2400" dirty="0">
                <a:latin typeface="Amasis MT Pro Medium" panose="02040604050005020304" pitchFamily="18" charset="0"/>
              </a:rPr>
              <a:t> </a:t>
            </a:r>
            <a:r>
              <a:rPr lang="pt-BR" sz="2400" dirty="0" err="1">
                <a:latin typeface="Amasis MT Pro Medium" panose="02040604050005020304" pitchFamily="18" charset="0"/>
              </a:rPr>
              <a:t>study</a:t>
            </a:r>
            <a:r>
              <a:rPr lang="pt-BR" sz="2400" dirty="0">
                <a:latin typeface="Amasis MT Pro Medium" panose="02040604050005020304" pitchFamily="18" charset="0"/>
              </a:rPr>
              <a:t> </a:t>
            </a:r>
            <a:r>
              <a:rPr lang="pt-BR" sz="2400" dirty="0" err="1">
                <a:latin typeface="Amasis MT Pro Medium" panose="02040604050005020304" pitchFamily="18" charset="0"/>
              </a:rPr>
              <a:t>underscores</a:t>
            </a:r>
            <a:r>
              <a:rPr lang="pt-BR" sz="2400" dirty="0">
                <a:latin typeface="Amasis MT Pro Medium" panose="02040604050005020304" pitchFamily="18" charset="0"/>
              </a:rPr>
              <a:t> </a:t>
            </a:r>
            <a:r>
              <a:rPr lang="pt-BR" sz="2400" dirty="0" err="1">
                <a:latin typeface="Amasis MT Pro Medium" panose="02040604050005020304" pitchFamily="18" charset="0"/>
              </a:rPr>
              <a:t>the</a:t>
            </a:r>
            <a:r>
              <a:rPr lang="pt-BR" sz="2400" dirty="0">
                <a:latin typeface="Amasis MT Pro Medium" panose="02040604050005020304" pitchFamily="18" charset="0"/>
              </a:rPr>
              <a:t> </a:t>
            </a:r>
            <a:r>
              <a:rPr lang="pt-BR" sz="2400" dirty="0" err="1">
                <a:latin typeface="Amasis MT Pro Medium" panose="02040604050005020304" pitchFamily="18" charset="0"/>
              </a:rPr>
              <a:t>transformative</a:t>
            </a:r>
            <a:r>
              <a:rPr lang="pt-BR" sz="2400" dirty="0">
                <a:latin typeface="Amasis MT Pro Medium" panose="02040604050005020304" pitchFamily="18" charset="0"/>
              </a:rPr>
              <a:t> potencial </a:t>
            </a:r>
            <a:r>
              <a:rPr lang="pt-BR" sz="2400" dirty="0" err="1">
                <a:latin typeface="Amasis MT Pro Medium" panose="02040604050005020304" pitchFamily="18" charset="0"/>
              </a:rPr>
              <a:t>of</a:t>
            </a:r>
            <a:r>
              <a:rPr lang="pt-BR" sz="2400" dirty="0">
                <a:latin typeface="Amasis MT Pro Medium" panose="02040604050005020304" pitchFamily="18" charset="0"/>
              </a:rPr>
              <a:t> data-</a:t>
            </a:r>
            <a:r>
              <a:rPr lang="pt-BR" sz="2400" dirty="0" err="1">
                <a:latin typeface="Amasis MT Pro Medium" panose="02040604050005020304" pitchFamily="18" charset="0"/>
              </a:rPr>
              <a:t>driven</a:t>
            </a:r>
            <a:r>
              <a:rPr lang="pt-BR" sz="2400" dirty="0">
                <a:latin typeface="Amasis MT Pro Medium" panose="02040604050005020304" pitchFamily="18" charset="0"/>
              </a:rPr>
              <a:t> </a:t>
            </a:r>
            <a:r>
              <a:rPr lang="pt-BR" sz="2400" dirty="0" err="1">
                <a:latin typeface="Amasis MT Pro Medium" panose="02040604050005020304" pitchFamily="18" charset="0"/>
              </a:rPr>
              <a:t>strategies</a:t>
            </a:r>
            <a:r>
              <a:rPr lang="pt-BR" sz="2400" dirty="0">
                <a:latin typeface="Amasis MT Pro Medium" panose="02040604050005020304" pitchFamily="18" charset="0"/>
              </a:rPr>
              <a:t> </a:t>
            </a:r>
            <a:r>
              <a:rPr lang="pt-BR" sz="2400" dirty="0" err="1">
                <a:latin typeface="Amasis MT Pro Medium" panose="02040604050005020304" pitchFamily="18" charset="0"/>
              </a:rPr>
              <a:t>and</a:t>
            </a:r>
            <a:r>
              <a:rPr lang="pt-BR" sz="2400" dirty="0">
                <a:latin typeface="Amasis MT Pro Medium" panose="02040604050005020304" pitchFamily="18" charset="0"/>
              </a:rPr>
              <a:t> business performance </a:t>
            </a:r>
            <a:r>
              <a:rPr lang="pt-BR" sz="2400" dirty="0" err="1">
                <a:latin typeface="Amasis MT Pro Medium" panose="02040604050005020304" pitchFamily="18" charset="0"/>
              </a:rPr>
              <a:t>metrics</a:t>
            </a:r>
            <a:r>
              <a:rPr lang="pt-BR" sz="2400" dirty="0">
                <a:latin typeface="Amasis MT Pro Medium" panose="02040604050005020304" pitchFamily="18" charset="0"/>
              </a:rPr>
              <a:t>”?</a:t>
            </a:r>
          </a:p>
          <a:p>
            <a:pPr marL="342900" indent="-342900">
              <a:buAutoNum type="arabicPeriod"/>
            </a:pPr>
            <a:endParaRPr lang="pt-BR" sz="2400" dirty="0">
              <a:latin typeface="Amasis MT Pro Medium" panose="02040604050005020304" pitchFamily="18" charset="0"/>
            </a:endParaRPr>
          </a:p>
          <a:p>
            <a:pPr marL="342900" indent="-342900">
              <a:buAutoNum type="arabicPeriod"/>
            </a:pPr>
            <a:r>
              <a:rPr lang="pt-BR" sz="2400" dirty="0" err="1">
                <a:latin typeface="Amasis MT Pro Medium" panose="02040604050005020304" pitchFamily="18" charset="0"/>
              </a:rPr>
              <a:t>What</a:t>
            </a:r>
            <a:r>
              <a:rPr lang="pt-BR" sz="2400" dirty="0">
                <a:latin typeface="Amasis MT Pro Medium" panose="02040604050005020304" pitchFamily="18" charset="0"/>
              </a:rPr>
              <a:t> </a:t>
            </a:r>
            <a:r>
              <a:rPr lang="pt-BR" sz="2400" dirty="0" err="1">
                <a:latin typeface="Amasis MT Pro Medium" panose="02040604050005020304" pitchFamily="18" charset="0"/>
              </a:rPr>
              <a:t>is</a:t>
            </a:r>
            <a:r>
              <a:rPr lang="pt-BR" sz="2400" dirty="0">
                <a:latin typeface="Amasis MT Pro Medium" panose="02040604050005020304" pitchFamily="18" charset="0"/>
              </a:rPr>
              <a:t> </a:t>
            </a:r>
            <a:r>
              <a:rPr lang="pt-BR" sz="2400" dirty="0" err="1">
                <a:latin typeface="Amasis MT Pro Medium" panose="02040604050005020304" pitchFamily="18" charset="0"/>
              </a:rPr>
              <a:t>the</a:t>
            </a:r>
            <a:r>
              <a:rPr lang="pt-BR" sz="2400" dirty="0">
                <a:latin typeface="Amasis MT Pro Medium" panose="02040604050005020304" pitchFamily="18" charset="0"/>
              </a:rPr>
              <a:t> </a:t>
            </a:r>
            <a:r>
              <a:rPr lang="pt-BR" sz="2400" dirty="0" err="1">
                <a:latin typeface="Amasis MT Pro Medium" panose="02040604050005020304" pitchFamily="18" charset="0"/>
              </a:rPr>
              <a:t>difference</a:t>
            </a:r>
            <a:r>
              <a:rPr lang="pt-BR" sz="2400" dirty="0">
                <a:latin typeface="Amasis MT Pro Medium" panose="02040604050005020304" pitchFamily="18" charset="0"/>
              </a:rPr>
              <a:t> </a:t>
            </a:r>
            <a:r>
              <a:rPr lang="pt-BR" sz="2400" dirty="0" err="1">
                <a:latin typeface="Amasis MT Pro Medium" panose="02040604050005020304" pitchFamily="18" charset="0"/>
              </a:rPr>
              <a:t>between</a:t>
            </a:r>
            <a:r>
              <a:rPr lang="pt-BR" sz="2400" dirty="0">
                <a:latin typeface="Amasis MT Pro Medium" panose="02040604050005020304" pitchFamily="18" charset="0"/>
              </a:rPr>
              <a:t> a </a:t>
            </a:r>
            <a:r>
              <a:rPr lang="pt-BR" sz="2400" dirty="0" err="1">
                <a:latin typeface="Amasis MT Pro Medium" panose="02040604050005020304" pitchFamily="18" charset="0"/>
              </a:rPr>
              <a:t>qualitative</a:t>
            </a:r>
            <a:r>
              <a:rPr lang="pt-BR" sz="2400" dirty="0">
                <a:latin typeface="Amasis MT Pro Medium" panose="02040604050005020304" pitchFamily="18" charset="0"/>
              </a:rPr>
              <a:t> </a:t>
            </a:r>
            <a:r>
              <a:rPr lang="pt-BR" sz="2400" dirty="0" err="1">
                <a:latin typeface="Amasis MT Pro Medium" panose="02040604050005020304" pitchFamily="18" charset="0"/>
              </a:rPr>
              <a:t>and</a:t>
            </a:r>
            <a:r>
              <a:rPr lang="pt-BR" sz="2400" dirty="0">
                <a:latin typeface="Amasis MT Pro Medium" panose="02040604050005020304" pitchFamily="18" charset="0"/>
              </a:rPr>
              <a:t> a </a:t>
            </a:r>
            <a:r>
              <a:rPr lang="pt-BR" sz="2400" dirty="0" err="1">
                <a:latin typeface="Amasis MT Pro Medium" panose="02040604050005020304" pitchFamily="18" charset="0"/>
              </a:rPr>
              <a:t>quantitative</a:t>
            </a:r>
            <a:r>
              <a:rPr lang="pt-BR" sz="2400" dirty="0">
                <a:latin typeface="Amasis MT Pro Medium" panose="02040604050005020304" pitchFamily="18" charset="0"/>
              </a:rPr>
              <a:t> </a:t>
            </a:r>
            <a:r>
              <a:rPr lang="pt-BR" sz="2400" dirty="0" err="1">
                <a:latin typeface="Amasis MT Pro Medium" panose="02040604050005020304" pitchFamily="18" charset="0"/>
              </a:rPr>
              <a:t>analysis</a:t>
            </a:r>
            <a:r>
              <a:rPr lang="pt-BR" sz="2400" dirty="0">
                <a:latin typeface="Amasis MT Pro Medium" panose="02040604050005020304" pitchFamily="18" charset="0"/>
              </a:rPr>
              <a:t>?</a:t>
            </a:r>
          </a:p>
          <a:p>
            <a:pPr marL="342900" indent="-342900">
              <a:buAutoNum type="arabicPeriod"/>
            </a:pPr>
            <a:endParaRPr lang="pt-BR" dirty="0"/>
          </a:p>
          <a:p>
            <a:pPr marL="342900" indent="-342900">
              <a:buAutoNum type="arabicPeriod"/>
            </a:pPr>
            <a:endParaRPr lang="pt-BR" dirty="0"/>
          </a:p>
          <a:p>
            <a:pPr marL="342900" indent="-342900">
              <a:buAutoNum type="arabicPeriod"/>
            </a:pPr>
            <a:endParaRPr lang="pt-BR" dirty="0"/>
          </a:p>
          <a:p>
            <a:pPr marL="342900" indent="-342900">
              <a:buAutoNum type="arabicPeriod"/>
            </a:pPr>
            <a:endParaRPr lang="pt-BR" dirty="0"/>
          </a:p>
          <a:p>
            <a:pPr marL="342900" indent="-342900">
              <a:buAutoNum type="arabicPeriod"/>
            </a:pPr>
            <a:endParaRPr lang="pt-BR" dirty="0"/>
          </a:p>
          <a:p>
            <a:pPr marL="342900" indent="-342900">
              <a:buAutoNum type="arabicPeriod"/>
            </a:pPr>
            <a:endParaRPr lang="pt-BR" dirty="0"/>
          </a:p>
          <a:p>
            <a:pPr marL="342900" indent="-342900">
              <a:buAutoNum type="arabicPeriod"/>
            </a:pPr>
            <a:endParaRPr lang="pt-BR" dirty="0"/>
          </a:p>
          <a:p>
            <a:pPr marL="342900" indent="-342900">
              <a:buAutoNum type="arabicPeriod"/>
            </a:pPr>
            <a:endParaRPr lang="pt-BR" dirty="0"/>
          </a:p>
          <a:p>
            <a:pPr marL="342900" indent="-342900">
              <a:buAutoNum type="arabicPeriod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7289833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71</Words>
  <Application>Microsoft Office PowerPoint</Application>
  <PresentationFormat>Widescreen</PresentationFormat>
  <Paragraphs>14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7" baseType="lpstr">
      <vt:lpstr>Amasis MT Pro Medium</vt:lpstr>
      <vt:lpstr>Aptos</vt:lpstr>
      <vt:lpstr>Aptos Display</vt:lpstr>
      <vt:lpstr>Arial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CYBELLE CROCE ROCHA CRANE</dc:creator>
  <cp:lastModifiedBy>CYBELLE CROCE ROCHA CRANE</cp:lastModifiedBy>
  <cp:revision>1</cp:revision>
  <dcterms:created xsi:type="dcterms:W3CDTF">2025-08-17T17:18:51Z</dcterms:created>
  <dcterms:modified xsi:type="dcterms:W3CDTF">2025-08-17T17:42:39Z</dcterms:modified>
</cp:coreProperties>
</file>