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633AF-9BF6-CA72-66EF-C25EDFAFC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BC2966-3BC9-0FD6-EA6D-D40B5B0CC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B6EBBE-1498-0818-ECC9-8534A662C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B377E-21E0-417A-8AF5-0085E9ED4F5F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914410-EFE9-485F-2A72-8661B1B0E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97D03E-A463-3831-6604-1F12E617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5EC3-8E91-49A1-B860-55697BA72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6472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BF962-917F-E9F5-0C43-5187A8AC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7051D1-EEA6-0078-0771-7842C41BB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C54CD0-6A16-6769-9E1B-27185E929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B377E-21E0-417A-8AF5-0085E9ED4F5F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45C259-62C0-381D-A4FE-D638D2461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F91002-1A22-56FE-117C-6BFD441F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5EC3-8E91-49A1-B860-55697BA72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298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32EB2-6E06-D5BB-AAFF-7B336485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C67AE9-328B-3002-1A6F-CA3238BB8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4A59C0-6894-8DB0-579B-072AACA9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B377E-21E0-417A-8AF5-0085E9ED4F5F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E97867-4361-F272-C927-300FBC4F8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69E63F-2BC4-3BDB-5775-440A500A3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5EC3-8E91-49A1-B860-55697BA72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8647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1C301-2CE4-EE91-B8BE-DD90A30DD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BA76AD-EBF2-C5B3-886E-ACD1E01ED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58A8D7-74B4-2924-9B7B-12E0C1902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FC2930-9CF6-2A92-11A4-14903580E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B377E-21E0-417A-8AF5-0085E9ED4F5F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BA4FB5-3D62-DF79-8C82-97AB5BFD9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4E23A5-7CEE-510F-D2B2-F274172DB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5EC3-8E91-49A1-B860-55697BA72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661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D4798-76A9-BF76-BAA4-EB4E5FE80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376DCC-46E9-CF5C-49DA-2E7E61972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286E5E-29F5-9E14-1A59-0FDF59643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460C917-1FAF-20E9-D8AC-5A61B098E0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ABADAA2-2953-6E43-8C3A-AF98DF486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B77C785-BC76-2D16-79F3-F881086C2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B377E-21E0-417A-8AF5-0085E9ED4F5F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8322249-E81D-971C-276F-0B7417CCE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8D4DCD-6078-6547-C105-0CBCBC43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5EC3-8E91-49A1-B860-55697BA72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270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DFDB3-40CA-2796-CBDB-35E7799A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BB2898-5C72-D81A-95CE-18D769C5E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B377E-21E0-417A-8AF5-0085E9ED4F5F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26B82A3-08B7-B437-F694-870EE3F4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47F5516-172F-3106-3E85-D9D038351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5EC3-8E91-49A1-B860-55697BA72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2466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BFD8319-DD62-185F-9DAF-3556ED41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B377E-21E0-417A-8AF5-0085E9ED4F5F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3BCB71-4316-9534-18E5-1AD3B57A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BB02B0-3244-DD14-8AE5-573790BE9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5EC3-8E91-49A1-B860-55697BA72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8194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EEA6CA-61BB-1FBF-8EFD-E5FA8BE05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E3A6EF-0A2A-A450-AD79-14B9C3BCB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F2F365-A6D6-EC2A-548D-19CA941F0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5969F6-44DB-9131-4AB3-596268F42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B377E-21E0-417A-8AF5-0085E9ED4F5F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A6070A-5452-5344-A285-76E15668B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E25F48-8887-5BE6-BCB8-B2353EA35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5EC3-8E91-49A1-B860-55697BA72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536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2F606-0A72-192F-3F9E-9487F45C8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3C79DA8-FC9B-6C42-170A-8AD780E88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02F692-4F0B-2D0F-E5DA-429262B10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54CF4D-C1D6-CE9F-FA00-B2BAF0E2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B377E-21E0-417A-8AF5-0085E9ED4F5F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0B63BD-ECFD-E89B-205B-AA80575E7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D5ED6B-4B20-0C5A-C5FF-B139369A0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5EC3-8E91-49A1-B860-55697BA72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E4C79-0444-2C04-96A7-F2EC01EBC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8DE104-F72B-DD8C-A750-BB21BDA90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2C1898-4D06-F21D-786E-08606E52C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B377E-21E0-417A-8AF5-0085E9ED4F5F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8892E5-E156-6C93-8AE5-346931ED5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AB4723-E488-77C8-B378-834EA02D3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5EC3-8E91-49A1-B860-55697BA72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532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EAEBD6-8FCF-1FCC-821D-AFB69333E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76079C-C232-B054-FB77-07F026D9C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3FBAF1-8AB0-2BF8-34BB-E152BB7A0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B377E-21E0-417A-8AF5-0085E9ED4F5F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D6B85C-92C6-84E2-0A55-459D9F832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739748-9D41-F00C-E75D-B065B2694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5EC3-8E91-49A1-B860-55697BA72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5126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73F1514-143E-D77E-E55D-659B6A7F5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D9F757-BBD0-1BB2-A8E8-9E7D4F4F0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AF2370-3490-9717-1B0D-72CA4D1AB4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EB377E-21E0-417A-8AF5-0085E9ED4F5F}" type="datetimeFigureOut">
              <a:rPr lang="pt-BR" smtClean="0"/>
              <a:t>23/04/2025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876BBB-EC8B-69DD-89D4-39884D6DE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7B3B54-700B-AE83-BC15-B9AEE9C3B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7E5EC3-8E91-49A1-B860-55697BA72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575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51DC3-0D1A-1EDF-BE4A-8F7A24E7D8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RELATIVE CLAUSES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EE7B28-06CF-B094-3EB4-FE04125345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DEFINING AND NON-DEFINING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084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BD83207-2EC3-59DD-373F-CBD1A19AA45E}"/>
              </a:ext>
            </a:extLst>
          </p:cNvPr>
          <p:cNvSpPr txBox="1"/>
          <p:nvPr/>
        </p:nvSpPr>
        <p:spPr>
          <a:xfrm>
            <a:off x="875072" y="2123109"/>
            <a:ext cx="10628670" cy="2309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We can use relative clauses to join two English sentences, or to give more information about something.</a:t>
            </a: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I bought a new car. It is very fast.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I bought a new car that is very fast.</a:t>
            </a:r>
            <a:endParaRPr lang="en-US" b="0" i="0" dirty="0">
              <a:solidFill>
                <a:srgbClr val="282224"/>
              </a:solidFill>
              <a:effectLst/>
              <a:latin typeface="Poppins" panose="00000500000000000000" pitchFamily="2" charset="0"/>
            </a:endParaRPr>
          </a:p>
          <a:p>
            <a:pPr algn="l">
              <a:lnSpc>
                <a:spcPts val="2400"/>
              </a:lnSpc>
              <a:spcAft>
                <a:spcPts val="1500"/>
              </a:spcAft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She lives in New York. She likes living in New York.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She lives in New York, which she likes.</a:t>
            </a:r>
            <a:endParaRPr lang="en-US" b="0" i="0" dirty="0">
              <a:solidFill>
                <a:srgbClr val="282224"/>
              </a:solidFill>
              <a:effectLst/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33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A5B33EE-49FC-8E1A-0EAC-5BAD3155E004}"/>
              </a:ext>
            </a:extLst>
          </p:cNvPr>
          <p:cNvSpPr txBox="1"/>
          <p:nvPr/>
        </p:nvSpPr>
        <p:spPr>
          <a:xfrm>
            <a:off x="943897" y="1506316"/>
            <a:ext cx="10323871" cy="354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A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defining relative clause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tells us which noun we are talking about: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I like the woman who lives next door.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(If I don't say 'who lives next door', then we don't know which woman I mean).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282224"/>
              </a:solidFill>
              <a:latin typeface="Poppins" panose="00000500000000000000" pitchFamily="2" charset="0"/>
            </a:endParaRPr>
          </a:p>
          <a:p>
            <a:pPr algn="l">
              <a:lnSpc>
                <a:spcPts val="2400"/>
              </a:lnSpc>
            </a:pPr>
            <a:endParaRPr lang="en-US" b="0" i="0" dirty="0">
              <a:solidFill>
                <a:srgbClr val="282224"/>
              </a:solidFill>
              <a:effectLst/>
              <a:latin typeface="Poppins" panose="00000500000000000000" pitchFamily="2" charset="0"/>
            </a:endParaRP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A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non-defining relative clause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gives us extra information about something. We don't need this information to understand the sentence.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I live in London, which has some fantastic parks.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(Everybody knows where London is, so 'which has some fantastic parks' is extra information).</a:t>
            </a:r>
          </a:p>
        </p:txBody>
      </p:sp>
    </p:spTree>
    <p:extLst>
      <p:ext uri="{BB962C8B-B14F-4D97-AF65-F5344CB8AC3E}">
        <p14:creationId xmlns:p14="http://schemas.microsoft.com/office/powerpoint/2010/main" val="2267746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2DBDFA0-E263-9982-35FF-1E415065FF89}"/>
              </a:ext>
            </a:extLst>
          </p:cNvPr>
          <p:cNvSpPr txBox="1"/>
          <p:nvPr/>
        </p:nvSpPr>
        <p:spPr>
          <a:xfrm>
            <a:off x="540775" y="842918"/>
            <a:ext cx="11307097" cy="4088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b="0" i="0" cap="all" dirty="0">
                <a:solidFill>
                  <a:srgbClr val="282224"/>
                </a:solidFill>
                <a:effectLst/>
                <a:latin typeface="Gotu"/>
              </a:rPr>
              <a:t>Defining relative clauses:</a:t>
            </a: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1: The relative pronoun is the subject:</a:t>
            </a:r>
            <a:endParaRPr lang="en-US" b="0" i="0" dirty="0">
              <a:solidFill>
                <a:srgbClr val="282224"/>
              </a:solidFill>
              <a:effectLst/>
              <a:latin typeface="Poppins" panose="00000500000000000000" pitchFamily="2" charset="0"/>
            </a:endParaRP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We use 'who', 'which' or 'that'. </a:t>
            </a: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The relative clause can come after the subject or the object of the sentence. We can't drop the relative pronoun.</a:t>
            </a: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For example: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I'm looking for a secretary who / that can use a computer well.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She has a son who / that is a doctor.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We bought a house which / that is 200 years old.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I sent a letter which / that arrived three weeks later.</a:t>
            </a:r>
          </a:p>
        </p:txBody>
      </p:sp>
    </p:spTree>
    <p:extLst>
      <p:ext uri="{BB962C8B-B14F-4D97-AF65-F5344CB8AC3E}">
        <p14:creationId xmlns:p14="http://schemas.microsoft.com/office/powerpoint/2010/main" val="3989045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CE5F82C-CCEA-D8E6-04F0-0FAC0E27A8A3}"/>
              </a:ext>
            </a:extLst>
          </p:cNvPr>
          <p:cNvSpPr txBox="1"/>
          <p:nvPr/>
        </p:nvSpPr>
        <p:spPr>
          <a:xfrm>
            <a:off x="570271" y="571485"/>
            <a:ext cx="10628670" cy="485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2: The relative pronoun is the object:</a:t>
            </a:r>
            <a:endParaRPr lang="en-US" b="0" i="0" dirty="0">
              <a:solidFill>
                <a:srgbClr val="282224"/>
              </a:solidFill>
              <a:effectLst/>
              <a:latin typeface="Poppins" panose="00000500000000000000" pitchFamily="2" charset="0"/>
            </a:endParaRP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dirty="0">
                <a:solidFill>
                  <a:srgbClr val="282224"/>
                </a:solidFill>
                <a:latin typeface="Poppins" panose="00000500000000000000" pitchFamily="2" charset="0"/>
              </a:rPr>
              <a:t>T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he clause can come after the subject or the object of the sentence. Here are some examples:</a:t>
            </a: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(Clause after the object)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She loves the chocolate (which / that) I bought.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We went to the village (which / that) Lucy recommended.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John met a woman (who / that) I had been to school with.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The police arrested a man (who / that) Jill worked with.</a:t>
            </a: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(Clause after the subject)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The bike (which / that) I loved was stolen.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The university (which / that) she likes is famous.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The woman (who / that) my brother loves is from Mexico.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The doctor (who / that) my grandmother liked lives in New York.</a:t>
            </a:r>
          </a:p>
        </p:txBody>
      </p:sp>
    </p:spTree>
    <p:extLst>
      <p:ext uri="{BB962C8B-B14F-4D97-AF65-F5344CB8AC3E}">
        <p14:creationId xmlns:p14="http://schemas.microsoft.com/office/powerpoint/2010/main" val="3880713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63776C9-0335-B769-2835-A9F24D425B66}"/>
              </a:ext>
            </a:extLst>
          </p:cNvPr>
          <p:cNvSpPr txBox="1"/>
          <p:nvPr/>
        </p:nvSpPr>
        <p:spPr>
          <a:xfrm>
            <a:off x="481780" y="639463"/>
            <a:ext cx="11051459" cy="5435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b="0" i="0" cap="all" dirty="0">
                <a:solidFill>
                  <a:srgbClr val="282224"/>
                </a:solidFill>
                <a:effectLst/>
                <a:latin typeface="Gotu"/>
              </a:rPr>
              <a:t>Non-defining relative clauses:</a:t>
            </a: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We don't use 'that' in non-defining relative clauses, so we need to use 'which' if the pronoun refers to a thing, and 'who' if it refers to a person. We can't drop the relative pronoun in this kind of clause, even if the relative pronoun is the object of the clause.</a:t>
            </a: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(Clause comes after the subject)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My boss, who is very nice, lives in Manchester.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My sister, who I live with, knows a lot about cars.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My bicycle, which I've had for more than ten years, is falling apart.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My mother's house, which I grew up in, is very small.</a:t>
            </a:r>
          </a:p>
          <a:p>
            <a:pPr algn="l">
              <a:lnSpc>
                <a:spcPts val="2400"/>
              </a:lnSpc>
            </a:pPr>
            <a:endParaRPr lang="en-US" b="0" i="0" dirty="0">
              <a:solidFill>
                <a:srgbClr val="282224"/>
              </a:solidFill>
              <a:effectLst/>
              <a:latin typeface="Poppins" panose="00000500000000000000" pitchFamily="2" charset="0"/>
            </a:endParaRP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(Clause comes after the object)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Yesterday I called our friend Julie, who lives in New York.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The photographer called to the Queen, who looked annoyed.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Last week I bought a new computer, which I don't like now.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I really love the new Chinese restaurant, which we went to last night.</a:t>
            </a:r>
          </a:p>
        </p:txBody>
      </p:sp>
    </p:spTree>
    <p:extLst>
      <p:ext uri="{BB962C8B-B14F-4D97-AF65-F5344CB8AC3E}">
        <p14:creationId xmlns:p14="http://schemas.microsoft.com/office/powerpoint/2010/main" val="1559001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2D4E562-E1DC-1C17-7657-C9ED192DD093}"/>
              </a:ext>
            </a:extLst>
          </p:cNvPr>
          <p:cNvSpPr txBox="1"/>
          <p:nvPr/>
        </p:nvSpPr>
        <p:spPr>
          <a:xfrm>
            <a:off x="550607" y="447003"/>
            <a:ext cx="11385754" cy="5817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b="0" i="0" cap="all" dirty="0">
                <a:solidFill>
                  <a:srgbClr val="282224"/>
                </a:solidFill>
                <a:effectLst/>
                <a:latin typeface="Gotu"/>
              </a:rPr>
              <a:t>Prepositions and relative clauses</a:t>
            </a: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If the verb in the relative clause needs a preposition, we put it at the end of the clause:</a:t>
            </a: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For example: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listen to</a:t>
            </a:r>
            <a:endParaRPr lang="en-US" b="0" i="0" dirty="0">
              <a:solidFill>
                <a:srgbClr val="282224"/>
              </a:solidFill>
              <a:effectLst/>
              <a:latin typeface="Poppins" panose="00000500000000000000" pitchFamily="2" charset="0"/>
            </a:endParaRP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The music is good. Julie listens to the music.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The music (which / that) Julie listens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to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is good.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work with</a:t>
            </a:r>
            <a:endParaRPr lang="en-US" b="0" i="0" dirty="0">
              <a:solidFill>
                <a:srgbClr val="282224"/>
              </a:solidFill>
              <a:effectLst/>
              <a:latin typeface="Poppins" panose="00000500000000000000" pitchFamily="2" charset="0"/>
            </a:endParaRP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My brother met a woman. I used to work with the woman.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My brother met a woman (who / that) I used to work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with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go to</a:t>
            </a:r>
            <a:endParaRPr lang="en-US" b="0" i="0" dirty="0">
              <a:solidFill>
                <a:srgbClr val="282224"/>
              </a:solidFill>
              <a:effectLst/>
              <a:latin typeface="Poppins" panose="00000500000000000000" pitchFamily="2" charset="0"/>
            </a:endParaRP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The country is very hot. He went to the country.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The country (which / that) he went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to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is very hot.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come from</a:t>
            </a:r>
            <a:endParaRPr lang="en-US" b="0" i="0" dirty="0">
              <a:solidFill>
                <a:srgbClr val="282224"/>
              </a:solidFill>
              <a:effectLst/>
              <a:latin typeface="Poppins" panose="00000500000000000000" pitchFamily="2" charset="0"/>
            </a:endParaRP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I visited the city. John comes from the city.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I visited the city (that / which) John comes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from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3139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2057EFB-B0BD-473A-AFA0-2740BBB80A47}"/>
              </a:ext>
            </a:extLst>
          </p:cNvPr>
          <p:cNvSpPr txBox="1"/>
          <p:nvPr/>
        </p:nvSpPr>
        <p:spPr>
          <a:xfrm>
            <a:off x="550607" y="1231892"/>
            <a:ext cx="11090786" cy="439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b="0" i="0" cap="all" dirty="0">
                <a:solidFill>
                  <a:srgbClr val="282224"/>
                </a:solidFill>
                <a:effectLst/>
                <a:latin typeface="Gotu"/>
              </a:rPr>
              <a:t>Whose</a:t>
            </a: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'Whose' is always the subject of the relative clause and can't be left out. It replaces a possessive. It can be used for people and things.</a:t>
            </a: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The dog is over there. The dog's / its owner lives next door.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The dog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whose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owner lives next door is over there.</a:t>
            </a: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The little girl is sad. The little girl's / her doll was lost.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The little girl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whose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doll was lost is sad.</a:t>
            </a: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The woman is coming tonight. Her car is a BMW.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The woman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whose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car is a BMW is coming tonight.</a:t>
            </a:r>
          </a:p>
          <a:p>
            <a:pPr algn="l">
              <a:lnSpc>
                <a:spcPts val="2400"/>
              </a:lnSpc>
              <a:spcAft>
                <a:spcPts val="1500"/>
              </a:spcAft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The house belongs to me. Its roof is very old.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The house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whose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roof is old belongs to me.</a:t>
            </a:r>
          </a:p>
        </p:txBody>
      </p:sp>
    </p:spTree>
    <p:extLst>
      <p:ext uri="{BB962C8B-B14F-4D97-AF65-F5344CB8AC3E}">
        <p14:creationId xmlns:p14="http://schemas.microsoft.com/office/powerpoint/2010/main" val="4000571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F4536EC-3ADA-47E0-1E52-60A26BC1A45D}"/>
              </a:ext>
            </a:extLst>
          </p:cNvPr>
          <p:cNvSpPr txBox="1"/>
          <p:nvPr/>
        </p:nvSpPr>
        <p:spPr>
          <a:xfrm>
            <a:off x="693174" y="554853"/>
            <a:ext cx="10805651" cy="5548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b="0" i="0" cap="all" dirty="0">
                <a:solidFill>
                  <a:srgbClr val="282224"/>
                </a:solidFill>
                <a:effectLst/>
                <a:latin typeface="Gotu"/>
              </a:rPr>
              <a:t>Where / when / why</a:t>
            </a: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I live in a city. I study in the city.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I live in the city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where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I study.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I live in the city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that / which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I study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in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I live in the city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in which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I study.</a:t>
            </a:r>
          </a:p>
          <a:p>
            <a:pPr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The bar in Barcelona is still there. I met my wife in that bar.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The bar in Barcelona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where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I met my wife is still there.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The bar in Barcelona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that / which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I met my wife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in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is still there.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The bar in Barcelona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in which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I met my wife is still there.</a:t>
            </a:r>
          </a:p>
          <a:p>
            <a:pPr algn="l">
              <a:lnSpc>
                <a:spcPts val="2400"/>
              </a:lnSpc>
              <a:spcAft>
                <a:spcPts val="1500"/>
              </a:spcAft>
            </a:pP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The summer was long and hot. I graduated from university in the summer.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The summer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when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I graduated from university was long and hot.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The summer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that / which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I graduated from university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in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was long and hot.</a:t>
            </a:r>
            <a:b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</a:b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→ The summer </a:t>
            </a:r>
            <a:r>
              <a:rPr lang="en-US" b="1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in which</a:t>
            </a:r>
            <a:r>
              <a:rPr lang="en-US" b="0" i="0" dirty="0">
                <a:solidFill>
                  <a:srgbClr val="282224"/>
                </a:solidFill>
                <a:effectLst/>
                <a:latin typeface="Poppins" panose="00000500000000000000" pitchFamily="2" charset="0"/>
              </a:rPr>
              <a:t> I graduated was long and hot.</a:t>
            </a:r>
          </a:p>
        </p:txBody>
      </p:sp>
    </p:spTree>
    <p:extLst>
      <p:ext uri="{BB962C8B-B14F-4D97-AF65-F5344CB8AC3E}">
        <p14:creationId xmlns:p14="http://schemas.microsoft.com/office/powerpoint/2010/main" val="796775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A69AE50-2218-391C-3CA4-FE3924D1350C}"/>
              </a:ext>
            </a:extLst>
          </p:cNvPr>
          <p:cNvSpPr txBox="1"/>
          <p:nvPr/>
        </p:nvSpPr>
        <p:spPr>
          <a:xfrm>
            <a:off x="1376516" y="1543775"/>
            <a:ext cx="90358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  <a:p>
            <a:r>
              <a:rPr lang="pt-BR" dirty="0"/>
              <a:t>1 I </a:t>
            </a:r>
            <a:r>
              <a:rPr lang="pt-BR" dirty="0" err="1"/>
              <a:t>have</a:t>
            </a:r>
            <a:r>
              <a:rPr lang="pt-BR" dirty="0"/>
              <a:t> a friend ..... </a:t>
            </a:r>
            <a:r>
              <a:rPr lang="pt-BR" dirty="0" err="1"/>
              <a:t>speaks</a:t>
            </a:r>
            <a:r>
              <a:rPr lang="pt-BR" dirty="0"/>
              <a:t> four </a:t>
            </a:r>
            <a:r>
              <a:rPr lang="pt-BR" dirty="0" err="1"/>
              <a:t>languages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2 The Internet </a:t>
            </a:r>
            <a:r>
              <a:rPr lang="pt-BR" dirty="0" err="1"/>
              <a:t>is</a:t>
            </a:r>
            <a:r>
              <a:rPr lang="pt-BR" dirty="0"/>
              <a:t> a </a:t>
            </a:r>
            <a:r>
              <a:rPr lang="pt-BR" dirty="0" err="1"/>
              <a:t>place</a:t>
            </a:r>
            <a:r>
              <a:rPr lang="pt-BR" dirty="0"/>
              <a:t> .....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get</a:t>
            </a:r>
            <a:r>
              <a:rPr lang="pt-BR" dirty="0"/>
              <a:t> </a:t>
            </a:r>
            <a:r>
              <a:rPr lang="pt-BR" dirty="0" err="1"/>
              <a:t>cheap</a:t>
            </a:r>
            <a:r>
              <a:rPr lang="pt-BR" dirty="0"/>
              <a:t> </a:t>
            </a:r>
            <a:r>
              <a:rPr lang="pt-BR" dirty="0" err="1"/>
              <a:t>technology</a:t>
            </a:r>
            <a:r>
              <a:rPr lang="pt-BR" dirty="0"/>
              <a:t> </a:t>
            </a:r>
            <a:r>
              <a:rPr lang="pt-BR" dirty="0" err="1"/>
              <a:t>products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3 E-mails ..... </a:t>
            </a:r>
            <a:r>
              <a:rPr lang="pt-BR" dirty="0" err="1"/>
              <a:t>advertise</a:t>
            </a:r>
            <a:r>
              <a:rPr lang="pt-BR" dirty="0"/>
              <a:t> </a:t>
            </a:r>
            <a:r>
              <a:rPr lang="pt-BR" dirty="0" err="1"/>
              <a:t>things</a:t>
            </a:r>
            <a:r>
              <a:rPr lang="pt-BR" dirty="0"/>
              <a:t> are </a:t>
            </a:r>
            <a:r>
              <a:rPr lang="pt-BR" dirty="0" err="1"/>
              <a:t>called</a:t>
            </a:r>
            <a:r>
              <a:rPr lang="pt-BR" dirty="0"/>
              <a:t> "spam".</a:t>
            </a:r>
          </a:p>
          <a:p>
            <a:endParaRPr lang="pt-BR" dirty="0"/>
          </a:p>
          <a:p>
            <a:r>
              <a:rPr lang="pt-BR" dirty="0"/>
              <a:t>4 A "</a:t>
            </a:r>
            <a:r>
              <a:rPr lang="pt-BR" dirty="0" err="1"/>
              <a:t>technophobe</a:t>
            </a:r>
            <a:r>
              <a:rPr lang="pt-BR" dirty="0"/>
              <a:t>"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someone</a:t>
            </a:r>
            <a:r>
              <a:rPr lang="pt-BR" dirty="0"/>
              <a:t>  .....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scared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technology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5 </a:t>
            </a:r>
            <a:r>
              <a:rPr lang="pt-BR" dirty="0" err="1"/>
              <a:t>We</a:t>
            </a:r>
            <a:r>
              <a:rPr lang="pt-BR" dirty="0"/>
              <a:t> </a:t>
            </a:r>
            <a:r>
              <a:rPr lang="pt-BR" dirty="0" err="1"/>
              <a:t>should</a:t>
            </a:r>
            <a:r>
              <a:rPr lang="pt-BR" dirty="0"/>
              <a:t> </a:t>
            </a:r>
            <a:r>
              <a:rPr lang="pt-BR" dirty="0" err="1"/>
              <a:t>only</a:t>
            </a:r>
            <a:r>
              <a:rPr lang="pt-BR" dirty="0"/>
              <a:t> </a:t>
            </a:r>
            <a:r>
              <a:rPr lang="pt-BR" dirty="0" err="1"/>
              <a:t>buy</a:t>
            </a:r>
            <a:r>
              <a:rPr lang="pt-BR" dirty="0"/>
              <a:t> </a:t>
            </a:r>
            <a:r>
              <a:rPr lang="pt-BR" dirty="0" err="1"/>
              <a:t>products</a:t>
            </a:r>
            <a:r>
              <a:rPr lang="pt-BR" dirty="0"/>
              <a:t> .....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recycled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92788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1117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Gotu</vt:lpstr>
      <vt:lpstr>Aptos</vt:lpstr>
      <vt:lpstr>Aptos Display</vt:lpstr>
      <vt:lpstr>Arial</vt:lpstr>
      <vt:lpstr>Poppins</vt:lpstr>
      <vt:lpstr>Tema do Office</vt:lpstr>
      <vt:lpstr>RELATIVE CLAUSES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CYBELLE CROCE ROCHA CRANE</dc:creator>
  <cp:lastModifiedBy>CYBELLE CROCE ROCHA CRANE</cp:lastModifiedBy>
  <cp:revision>1</cp:revision>
  <dcterms:created xsi:type="dcterms:W3CDTF">2025-04-23T23:03:26Z</dcterms:created>
  <dcterms:modified xsi:type="dcterms:W3CDTF">2025-04-23T23:18:15Z</dcterms:modified>
</cp:coreProperties>
</file>