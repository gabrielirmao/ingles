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41ECC-D17F-2751-0BD6-19ECFE068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1A5F84-E351-C2AD-29C8-A2F963935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7141BE-3A35-D265-E8A8-F35A6259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463511-7039-F0CF-6093-CD934194F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53DAB5-B852-03E6-9B5A-3E746620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328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30B3D-EA0B-D034-DC90-377CCE02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7F4723-ACDA-8FE9-4759-9AE8922D8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0E1D08-95B0-D262-9F58-2B34E12D7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8D572F-7719-92E1-0D7D-1FD86D403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07FBE7-ADDA-2418-B5C6-799DA6CA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02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EF23F-4722-650C-F521-0775C17B7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05E6F2-F4F3-23F7-9A28-3022C8D89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EBD113-4F74-5A75-662C-187CC596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8664F0-9687-2D22-2226-DB079696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2A2083-B9B3-BBF1-8A4D-1AF98B6BE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45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33BDA-CCF6-5D8D-63E0-5AC66553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A33D60-06BE-D298-34C8-79FBB041D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168EA8A-A215-11B3-836D-C2E112420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AA539B-617A-87A7-50CA-D64B928D2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56B4A5-07D7-2C95-7BD8-C83D67AC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54646C-61A2-7DA9-A02A-D55B68158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45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85DC5-8C66-000C-E88D-34ED977CC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78CDC7-3B44-52FC-1A4F-9AE85BD1C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9CD6B2-F40E-05AC-15FD-20590CBB0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AE00A9-FFE4-C4F0-F6DC-B9C08795C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10404D-BBE0-67AA-2610-8FA749A951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4207C4-1E95-9B1B-C11E-CDE7BC9E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7601115-7812-BA75-D85C-6A493173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23010A6-3388-E1ED-5CFF-37F7F494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62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CB4F8-9631-6C7A-12B7-945792A39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548DAF4-D296-D30D-7468-7BF20111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7E14292-9393-9D2D-52CD-2CD78279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9A921B-1328-487E-6259-50D0C47E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96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8B6055C-4D42-C4F2-28F0-C5DFEFF0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314ABC4-2001-15AC-CE36-947F1993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BFF0C92-6621-CF32-4E3E-946E9674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00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76444-E3A1-F48E-D594-393BB89D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25535F-4BBB-43F3-5E2E-E1033A0E1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784343-88E8-F3EC-0BE7-A51A33597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E786A7-645F-3D7E-982A-F25E2803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EC9B36-C7D6-49CE-5AA8-BF305E72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BDD1E7-6068-AAD1-BC07-5B604260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188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DF244-D228-36BA-8435-BFB0623A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A76B28E-6B36-DFCA-A27E-FF32A8D6E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3A10A8-DA38-36A4-ACAD-2996BB5A7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5E0106-C85D-7A20-D6D9-3E3B54DAE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6A3AD7-4C79-CCA5-FF2D-8C96A855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B14638-3B3F-4A3F-0CB4-24DCA05B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03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22084-447F-B5F7-FCFB-A0FC1249C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AA8EF0-B3DD-E05B-9106-3556FBA74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828442-A3C6-1103-29AC-581DB41F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FB35B-E635-1ED6-02DC-087AD23F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B22919-A984-C074-6D39-DB9A9110C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931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3FE792-7DF3-1117-8E45-CB55B8CC9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886BB8-3B17-FBEA-B1A9-7BB7A4EE2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D31711-BA7E-043F-F68E-93EB0F39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54C9D5-D451-6CB4-AA05-F1B03DC2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BA0BC5-705D-88D3-ACBD-6F9FA349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621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45E36C9-2118-A0CE-6CCD-6BFCCE2DC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B91937-26E6-315E-C468-B680EB05E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1A02AA-CC13-FF1C-FD09-830B6AF72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AB9D5-75E7-417C-8A80-BEA2859A208E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215048-0B82-D6F0-DC9E-EAE191E68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8E9BC3-F2F2-EBFE-49A7-5C2893DE2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EF026-5CA3-4BB8-B91E-665A97D2A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7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25E6F35-EF8E-139A-8C2F-4DB65D677CE1}"/>
              </a:ext>
            </a:extLst>
          </p:cNvPr>
          <p:cNvSpPr txBox="1"/>
          <p:nvPr/>
        </p:nvSpPr>
        <p:spPr>
          <a:xfrm>
            <a:off x="393290" y="108155"/>
            <a:ext cx="11434916" cy="6711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051F4E"/>
                </a:solidFill>
                <a:latin typeface="Open Sans" panose="020B0606030504020204" pitchFamily="34" charset="0"/>
              </a:rPr>
              <a:t>F</a:t>
            </a:r>
            <a:r>
              <a:rPr lang="en-US" sz="2800" b="1" i="0" dirty="0">
                <a:solidFill>
                  <a:srgbClr val="051F4E"/>
                </a:solidFill>
                <a:effectLst/>
                <a:latin typeface="Open Sans" panose="020B0606030504020204" pitchFamily="34" charset="0"/>
              </a:rPr>
              <a:t>un facts about English language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The phrase “long time no see” is believed to be a literal translation of a Native American or Chinese phrase as it is not grammatically correct.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About 4,000 words are added to the dictionary each year.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The two most common words in English are I and you.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11% of the entire English language is just the letter E.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1/4 of the world’s population speaks at least some English.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It is the only major language that doesn’t have any </a:t>
            </a:r>
            <a:r>
              <a:rPr lang="en-US" b="0" i="0" dirty="0" err="1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organisation</a:t>
            </a: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 guiding it – as opposed to the French Académie française, the Spanish Real Academia Española and the German Rat für deutsche </a:t>
            </a:r>
            <a:r>
              <a:rPr lang="en-US" b="0" i="0" dirty="0" err="1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Rechtschreibung</a:t>
            </a: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. These </a:t>
            </a:r>
            <a:r>
              <a:rPr lang="en-US" b="0" i="0" dirty="0" err="1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organisations</a:t>
            </a: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 are responsible for controlling the evolution of their respective language in terms of usage, vocabulary, and grammar.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Over 80% of the information stored on computers worldwide is in English.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i="0" u="none" strike="noStrike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English</a:t>
            </a: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 is the official language of 67 countries.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i="0" u="none" strike="noStrike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Shakespeare</a:t>
            </a: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 invented many words, such as birthplace, blushing, undress, torture and many more.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The word “Goodbye” originally comes from an Old English phrase meaning “god be with you”.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434A50"/>
                </a:solidFill>
                <a:effectLst/>
                <a:latin typeface="Open Sans" panose="020B0606030504020204" pitchFamily="34" charset="0"/>
              </a:rPr>
              <a:t>The first English dictionary was written in 1755.</a:t>
            </a:r>
          </a:p>
        </p:txBody>
      </p:sp>
    </p:spTree>
    <p:extLst>
      <p:ext uri="{BB962C8B-B14F-4D97-AF65-F5344CB8AC3E}">
        <p14:creationId xmlns:p14="http://schemas.microsoft.com/office/powerpoint/2010/main" val="39110154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207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CYBELLE CROCE ROCHA CRANE</dc:creator>
  <cp:lastModifiedBy>CYBELLE CROCE ROCHA CRANE</cp:lastModifiedBy>
  <cp:revision>1</cp:revision>
  <dcterms:created xsi:type="dcterms:W3CDTF">2025-04-24T09:42:13Z</dcterms:created>
  <dcterms:modified xsi:type="dcterms:W3CDTF">2025-04-24T09:47:54Z</dcterms:modified>
</cp:coreProperties>
</file>